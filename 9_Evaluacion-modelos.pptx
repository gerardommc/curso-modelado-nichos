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8.xml.rels" ContentType="application/vnd.openxmlformats-package.relationships+xml"/>
  <Override PartName="/ppt/slideMasters/_rels/slideMaster4.xml.rels" ContentType="application/vnd.openxmlformats-package.relationships+xml"/>
  <Override PartName="/ppt/slideMasters/_rels/slideMaster31.xml.rels" ContentType="application/vnd.openxmlformats-package.relationships+xml"/>
  <Override PartName="/ppt/slideMasters/_rels/slideMaster37.xml.rels" ContentType="application/vnd.openxmlformats-package.relationships+xml"/>
  <Override PartName="/ppt/slideMasters/_rels/slideMaster3.xml.rels" ContentType="application/vnd.openxmlformats-package.relationships+xml"/>
  <Override PartName="/ppt/slideMasters/_rels/slideMaster30.xml.rels" ContentType="application/vnd.openxmlformats-package.relationships+xml"/>
  <Override PartName="/ppt/slideMasters/_rels/slideMaster36.xml.rels" ContentType="application/vnd.openxmlformats-package.relationships+xml"/>
  <Override PartName="/ppt/slideMasters/_rels/slideMaster9.xml.rels" ContentType="application/vnd.openxmlformats-package.relationships+xml"/>
  <Override PartName="/ppt/slideMasters/_rels/slideMaster2.xml.rels" ContentType="application/vnd.openxmlformats-package.relationships+xml"/>
  <Override PartName="/ppt/slideMasters/_rels/slideMaster35.xml.rels" ContentType="application/vnd.openxmlformats-package.relationships+xml"/>
  <Override PartName="/ppt/slideMasters/_rels/slideMaster8.xml.rels" ContentType="application/vnd.openxmlformats-package.relationships+xml"/>
  <Override PartName="/ppt/slideMasters/_rels/slideMaster1.xml.rels" ContentType="application/vnd.openxmlformats-package.relationships+xml"/>
  <Override PartName="/ppt/slideMasters/_rels/slideMaster72.xml.rels" ContentType="application/vnd.openxmlformats-package.relationships+xml"/>
  <Override PartName="/ppt/slideMasters/_rels/slideMaster44.xml.rels" ContentType="application/vnd.openxmlformats-package.relationships+xml"/>
  <Override PartName="/ppt/slideMasters/_rels/slideMaster59.xml.rels" ContentType="application/vnd.openxmlformats-package.relationships+xml"/>
  <Override PartName="/ppt/slideMasters/_rels/slideMaster22.xml.rels" ContentType="application/vnd.openxmlformats-package.relationships+xml"/>
  <Override PartName="/ppt/slideMasters/_rels/slideMaster61.xml.rels" ContentType="application/vnd.openxmlformats-package.relationships+xml"/>
  <Override PartName="/ppt/slideMasters/_rels/slideMaster19.xml.rels" ContentType="application/vnd.openxmlformats-package.relationships+xml"/>
  <Override PartName="/ppt/slideMasters/_rels/slideMaster57.xml.rels" ContentType="application/vnd.openxmlformats-package.relationships+xml"/>
  <Override PartName="/ppt/slideMasters/_rels/slideMaster20.xml.rels" ContentType="application/vnd.openxmlformats-package.relationships+xml"/>
  <Override PartName="/ppt/slideMasters/_rels/slideMaster23.xml.rels" ContentType="application/vnd.openxmlformats-package.relationships+xml"/>
  <Override PartName="/ppt/slideMasters/_rels/slideMaster58.xml.rels" ContentType="application/vnd.openxmlformats-package.relationships+xml"/>
  <Override PartName="/ppt/slideMasters/_rels/slideMaster21.xml.rels" ContentType="application/vnd.openxmlformats-package.relationships+xml"/>
  <Override PartName="/ppt/slideMasters/_rels/slideMaster60.xml.rels" ContentType="application/vnd.openxmlformats-package.relationships+xml"/>
  <Override PartName="/ppt/slideMasters/_rels/slideMaster18.xml.rels" ContentType="application/vnd.openxmlformats-package.relationships+xml"/>
  <Override PartName="/ppt/slideMasters/_rels/slideMaster56.xml.rels" ContentType="application/vnd.openxmlformats-package.relationships+xml"/>
  <Override PartName="/ppt/slideMasters/_rels/slideMaster55.xml.rels" ContentType="application/vnd.openxmlformats-package.relationships+xml"/>
  <Override PartName="/ppt/slideMasters/_rels/slideMaster43.xml.rels" ContentType="application/vnd.openxmlformats-package.relationships+xml"/>
  <Override PartName="/ppt/slideMasters/_rels/slideMaster17.xml.rels" ContentType="application/vnd.openxmlformats-package.relationships+xml"/>
  <Override PartName="/ppt/slideMasters/_rels/slideMaster54.xml.rels" ContentType="application/vnd.openxmlformats-package.relationships+xml"/>
  <Override PartName="/ppt/slideMasters/_rels/slideMaster42.xml.rels" ContentType="application/vnd.openxmlformats-package.relationships+xml"/>
  <Override PartName="/ppt/slideMasters/_rels/slideMaster34.xml.rels" ContentType="application/vnd.openxmlformats-package.relationships+xml"/>
  <Override PartName="/ppt/slideMasters/_rels/slideMaster7.xml.rels" ContentType="application/vnd.openxmlformats-package.relationships+xml"/>
  <Override PartName="/ppt/slideMasters/_rels/slideMaster16.xml.rels" ContentType="application/vnd.openxmlformats-package.relationships+xml"/>
  <Override PartName="/ppt/slideMasters/_rels/slideMaster53.xml.rels" ContentType="application/vnd.openxmlformats-package.relationships+xml"/>
  <Override PartName="/ppt/slideMasters/_rels/slideMaster15.xml.rels" ContentType="application/vnd.openxmlformats-package.relationships+xml"/>
  <Override PartName="/ppt/slideMasters/_rels/slideMaster52.xml.rels" ContentType="application/vnd.openxmlformats-package.relationships+xml"/>
  <Override PartName="/ppt/slideMasters/_rels/slideMaster40.xml.rels" ContentType="application/vnd.openxmlformats-package.relationships+xml"/>
  <Override PartName="/ppt/slideMasters/_rels/slideMaster50.xml.rels" ContentType="application/vnd.openxmlformats-package.relationships+xml"/>
  <Override PartName="/ppt/slideMasters/_rels/slideMaster41.xml.rels" ContentType="application/vnd.openxmlformats-package.relationships+xml"/>
  <Override PartName="/ppt/slideMasters/_rels/slideMaster39.xml.rels" ContentType="application/vnd.openxmlformats-package.relationships+xml"/>
  <Override PartName="/ppt/slideMasters/_rels/slideMaster51.xml.rels" ContentType="application/vnd.openxmlformats-package.relationships+xml"/>
  <Override PartName="/ppt/slideMasters/_rels/slideMaster14.xml.rels" ContentType="application/vnd.openxmlformats-package.relationships+xml"/>
  <Override PartName="/ppt/slideMasters/_rels/slideMaster71.xml.rels" ContentType="application/vnd.openxmlformats-package.relationships+xml"/>
  <Override PartName="/ppt/slideMasters/_rels/slideMaster29.xml.rels" ContentType="application/vnd.openxmlformats-package.relationships+xml"/>
  <Override PartName="/ppt/slideMasters/_rels/slideMaster69.xml.rels" ContentType="application/vnd.openxmlformats-package.relationships+xml"/>
  <Override PartName="/ppt/slideMasters/_rels/slideMaster5.xml.rels" ContentType="application/vnd.openxmlformats-package.relationships+xml"/>
  <Override PartName="/ppt/slideMasters/_rels/slideMaster32.xml.rels" ContentType="application/vnd.openxmlformats-package.relationships+xml"/>
  <Override PartName="/ppt/slideMasters/_rels/slideMaster70.xml.rels" ContentType="application/vnd.openxmlformats-package.relationships+xml"/>
  <Override PartName="/ppt/slideMasters/_rels/slideMaster28.xml.rels" ContentType="application/vnd.openxmlformats-package.relationships+xml"/>
  <Override PartName="/ppt/slideMasters/_rels/slideMaster68.xml.rels" ContentType="application/vnd.openxmlformats-package.relationships+xml"/>
  <Override PartName="/ppt/slideMasters/_rels/slideMaster67.xml.rels" ContentType="application/vnd.openxmlformats-package.relationships+xml"/>
  <Override PartName="/ppt/slideMasters/_rels/slideMaster66.xml.rels" ContentType="application/vnd.openxmlformats-package.relationships+xml"/>
  <Override PartName="/ppt/slideMasters/_rels/slideMaster65.xml.rels" ContentType="application/vnd.openxmlformats-package.relationships+xml"/>
  <Override PartName="/ppt/slideMasters/_rels/slideMaster64.xml.rels" ContentType="application/vnd.openxmlformats-package.relationships+xml"/>
  <Override PartName="/ppt/slideMasters/_rels/slideMaster63.xml.rels" ContentType="application/vnd.openxmlformats-package.relationships+xml"/>
  <Override PartName="/ppt/slideMasters/_rels/slideMaster25.xml.rels" ContentType="application/vnd.openxmlformats-package.relationships+xml"/>
  <Override PartName="/ppt/slideMasters/_rels/slideMaster62.xml.rels" ContentType="application/vnd.openxmlformats-package.relationships+xml"/>
  <Override PartName="/ppt/slideMasters/_rels/slideMaster24.xml.rels" ContentType="application/vnd.openxmlformats-package.relationships+xml"/>
  <Override PartName="/ppt/slideMasters/_rels/slideMaster26.xml.rels" ContentType="application/vnd.openxmlformats-package.relationships+xml"/>
  <Override PartName="/ppt/slideMasters/_rels/slideMaster13.xml.rels" ContentType="application/vnd.openxmlformats-package.relationships+xml"/>
  <Override PartName="/ppt/slideMasters/_rels/slideMaster27.xml.rels" ContentType="application/vnd.openxmlformats-package.relationships+xml"/>
  <Override PartName="/ppt/slideMasters/_rels/slideMaster45.xml.rels" ContentType="application/vnd.openxmlformats-package.relationships+xml"/>
  <Override PartName="/ppt/slideMasters/_rels/slideMaster46.xml.rels" ContentType="application/vnd.openxmlformats-package.relationships+xml"/>
  <Override PartName="/ppt/slideMasters/_rels/slideMaster10.xml.rels" ContentType="application/vnd.openxmlformats-package.relationships+xml"/>
  <Override PartName="/ppt/slideMasters/_rels/slideMaster47.xml.rels" ContentType="application/vnd.openxmlformats-package.relationships+xml"/>
  <Override PartName="/ppt/slideMasters/_rels/slideMaster11.xml.rels" ContentType="application/vnd.openxmlformats-package.relationships+xml"/>
  <Override PartName="/ppt/slideMasters/_rels/slideMaster48.xml.rels" ContentType="application/vnd.openxmlformats-package.relationships+xml"/>
  <Override PartName="/ppt/slideMasters/_rels/slideMaster12.xml.rels" ContentType="application/vnd.openxmlformats-package.relationships+xml"/>
  <Override PartName="/ppt/slideMasters/_rels/slideMaster49.xml.rels" ContentType="application/vnd.openxmlformats-package.relationships+xml"/>
  <Override PartName="/ppt/slideMasters/_rels/slideMaster6.xml.rels" ContentType="application/vnd.openxmlformats-package.relationships+xml"/>
  <Override PartName="/ppt/slideMasters/_rels/slideMaster33.xml.rels" ContentType="application/vnd.openxmlformats-package.relationships+xml"/>
  <Override PartName="/ppt/slideMasters/slideMaster56.xml" ContentType="application/vnd.openxmlformats-officedocument.presentationml.slideMaster+xml"/>
  <Override PartName="/ppt/slideMasters/slideMaster55.xml" ContentType="application/vnd.openxmlformats-officedocument.presentationml.slideMaster+xml"/>
  <Override PartName="/ppt/slideMasters/slideMaster54.xml" ContentType="application/vnd.openxmlformats-officedocument.presentationml.slideMaster+xml"/>
  <Override PartName="/ppt/slideMasters/slideMaster53.xml" ContentType="application/vnd.openxmlformats-officedocument.presentationml.slideMaster+xml"/>
  <Override PartName="/ppt/slideMasters/slideMaster52.xml" ContentType="application/vnd.openxmlformats-officedocument.presentationml.slideMaster+xml"/>
  <Override PartName="/ppt/slideMasters/slideMaster51.xml" ContentType="application/vnd.openxmlformats-officedocument.presentationml.slideMaster+xml"/>
  <Override PartName="/ppt/slideMasters/slideMaster50.xml" ContentType="application/vnd.openxmlformats-officedocument.presentationml.slideMaster+xml"/>
  <Override PartName="/ppt/slideMasters/slideMaster43.xml" ContentType="application/vnd.openxmlformats-officedocument.presentationml.slideMaster+xml"/>
  <Override PartName="/ppt/slideMasters/slideMaster42.xml" ContentType="application/vnd.openxmlformats-officedocument.presentationml.slideMaster+xml"/>
  <Override PartName="/ppt/slideMasters/slideMaster41.xml" ContentType="application/vnd.openxmlformats-officedocument.presentationml.slideMaster+xml"/>
  <Override PartName="/ppt/slideMasters/slideMaster40.xml" ContentType="application/vnd.openxmlformats-officedocument.presentationml.slideMaster+xml"/>
  <Override PartName="/ppt/slideMasters/slideMaster39.xml" ContentType="application/vnd.openxmlformats-officedocument.presentationml.slideMaster+xml"/>
  <Override PartName="/ppt/slideMasters/slideMaster5.xml" ContentType="application/vnd.openxmlformats-officedocument.presentationml.slideMaster+xml"/>
  <Override PartName="/ppt/slideMasters/slideMaster14.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60.xml" ContentType="application/vnd.openxmlformats-officedocument.presentationml.slideMaster+xml"/>
  <Override PartName="/ppt/slideMasters/slideMaster20.xml" ContentType="application/vnd.openxmlformats-officedocument.presentationml.slideMaster+xml"/>
  <Override PartName="/ppt/slideMasters/slideMaster57.xml" ContentType="application/vnd.openxmlformats-officedocument.presentationml.slideMaster+xml"/>
  <Override PartName="/ppt/slideMasters/slideMaster19.xml" ContentType="application/vnd.openxmlformats-officedocument.presentationml.slideMaster+xml"/>
  <Override PartName="/ppt/slideMasters/slideMaster61.xml" ContentType="application/vnd.openxmlformats-officedocument.presentationml.slideMaster+xml"/>
  <Override PartName="/ppt/slideMasters/slideMaster21.xml" ContentType="application/vnd.openxmlformats-officedocument.presentationml.slideMaster+xml"/>
  <Override PartName="/ppt/slideMasters/slideMaster58.xml" ContentType="application/vnd.openxmlformats-officedocument.presentationml.slideMaster+xml"/>
  <Override PartName="/ppt/slideMasters/slideMaster22.xml" ContentType="application/vnd.openxmlformats-officedocument.presentationml.slideMaster+xml"/>
  <Override PartName="/ppt/slideMasters/slideMaster59.xml" ContentType="application/vnd.openxmlformats-officedocument.presentationml.slideMaster+xml"/>
  <Override PartName="/ppt/slideMasters/slideMaster72.xml" ContentType="application/vnd.openxmlformats-officedocument.presentationml.slideMaster+xml"/>
  <Override PartName="/ppt/slideMasters/slideMaster23.xml" ContentType="application/vnd.openxmlformats-officedocument.presentationml.slideMaster+xml"/>
  <Override PartName="/ppt/slideMasters/slideMaster71.xml" ContentType="application/vnd.openxmlformats-officedocument.presentationml.slideMaster+xml"/>
  <Override PartName="/ppt/slideMasters/slideMaster29.xml" ContentType="application/vnd.openxmlformats-officedocument.presentationml.slideMaster+xml"/>
  <Override PartName="/ppt/slideMasters/slideMaster69.xml" ContentType="application/vnd.openxmlformats-officedocument.presentationml.slideMaster+xml"/>
  <Override PartName="/ppt/slideMasters/slideMaster32.xml" ContentType="application/vnd.openxmlformats-officedocument.presentationml.slideMaster+xml"/>
  <Override PartName="/ppt/slideMasters/slideMaster70.xml" ContentType="application/vnd.openxmlformats-officedocument.presentationml.slideMaster+xml"/>
  <Override PartName="/ppt/slideMasters/slideMaster28.xml" ContentType="application/vnd.openxmlformats-officedocument.presentationml.slideMaster+xml"/>
  <Override PartName="/ppt/slideMasters/slideMaster68.xml" ContentType="application/vnd.openxmlformats-officedocument.presentationml.slideMaster+xml"/>
  <Override PartName="/ppt/slideMasters/slideMaster31.xml" ContentType="application/vnd.openxmlformats-officedocument.presentationml.slideMaster+xml"/>
  <Override PartName="/ppt/slideMasters/slideMaster67.xml" ContentType="application/vnd.openxmlformats-officedocument.presentationml.slideMaster+xml"/>
  <Override PartName="/ppt/slideMasters/slideMaster30.xml" ContentType="application/vnd.openxmlformats-officedocument.presentationml.slideMaster+xml"/>
  <Override PartName="/ppt/slideMasters/slideMaster66.xml" ContentType="application/vnd.openxmlformats-officedocument.presentationml.slideMaster+xml"/>
  <Override PartName="/ppt/slideMasters/slideMaster65.xml" ContentType="application/vnd.openxmlformats-officedocument.presentationml.slideMaster+xml"/>
  <Override PartName="/ppt/slideMasters/slideMaster64.xml" ContentType="application/vnd.openxmlformats-officedocument.presentationml.slideMaster+xml"/>
  <Override PartName="/ppt/slideMasters/slideMaster63.xml" ContentType="application/vnd.openxmlformats-officedocument.presentationml.slideMaster+xml"/>
  <Override PartName="/ppt/slideMasters/slideMaster25.xml" ContentType="application/vnd.openxmlformats-officedocument.presentationml.slideMaster+xml"/>
  <Override PartName="/ppt/slideMasters/slideMaster62.xml" ContentType="application/vnd.openxmlformats-officedocument.presentationml.slideMaster+xml"/>
  <Override PartName="/ppt/slideMasters/slideMaster24.xml" ContentType="application/vnd.openxmlformats-officedocument.presentationml.slideMaster+xml"/>
  <Override PartName="/ppt/slideMasters/slideMaster26.xml" ContentType="application/vnd.openxmlformats-officedocument.presentationml.slideMaster+xml"/>
  <Override PartName="/ppt/slideMasters/slideMaster44.xml" ContentType="application/vnd.openxmlformats-officedocument.presentationml.slideMaster+xml"/>
  <Override PartName="/ppt/slideMasters/slideMaster13.xml" ContentType="application/vnd.openxmlformats-officedocument.presentationml.slideMaster+xml"/>
  <Override PartName="/ppt/slideMasters/slideMaster7.xml" ContentType="application/vnd.openxmlformats-officedocument.presentationml.slideMaster+xml"/>
  <Override PartName="/ppt/slideMasters/slideMaster27.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10.xml" ContentType="application/vnd.openxmlformats-officedocument.presentationml.slideMaster+xml"/>
  <Override PartName="/ppt/slideMasters/slideMaster47.xml" ContentType="application/vnd.openxmlformats-officedocument.presentationml.slideMaster+xml"/>
  <Override PartName="/ppt/slideMasters/slideMaster11.xml" ContentType="application/vnd.openxmlformats-officedocument.presentationml.slideMaster+xml"/>
  <Override PartName="/ppt/slideMasters/slideMaster48.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49.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1.xml" ContentType="application/vnd.openxmlformats-officedocument.presentationml.slideMaster+xml"/>
  <Override PartName="/ppt/slideMasters/slideMaster35.xml" ContentType="application/vnd.openxmlformats-officedocument.presentationml.slideMaster+xml"/>
  <Override PartName="/ppt/slideMasters/slideMaster2.xml" ContentType="application/vnd.openxmlformats-officedocument.presentationml.slideMaster+xml"/>
  <Override PartName="/ppt/slideMasters/slideMaster36.xml" ContentType="application/vnd.openxmlformats-officedocument.presentationml.slideMaster+xml"/>
  <Override PartName="/ppt/slideMasters/slideMaster3.xml" ContentType="application/vnd.openxmlformats-officedocument.presentationml.slideMaster+xml"/>
  <Override PartName="/ppt/slideMasters/slideMaster37.xml" ContentType="application/vnd.openxmlformats-officedocument.presentationml.slideMaster+xml"/>
  <Override PartName="/ppt/slideMasters/slideMaster4.xml" ContentType="application/vnd.openxmlformats-officedocument.presentationml.slideMaster+xml"/>
  <Override PartName="/ppt/slideMasters/slideMaster38.xml" ContentType="application/vnd.openxmlformats-officedocument.presentationml.slideMaster+xml"/>
  <Override PartName="/ppt/presProps.xml" ContentType="application/vnd.openxmlformats-officedocument.presentationml.presProps+xml"/>
  <Override PartName="/ppt/theme/theme56.xml" ContentType="application/vnd.openxmlformats-officedocument.theme+xml"/>
  <Override PartName="/ppt/theme/theme55.xml" ContentType="application/vnd.openxmlformats-officedocument.theme+xml"/>
  <Override PartName="/ppt/theme/theme54.xml" ContentType="application/vnd.openxmlformats-officedocument.theme+xml"/>
  <Override PartName="/ppt/theme/theme53.xml" ContentType="application/vnd.openxmlformats-officedocument.theme+xml"/>
  <Override PartName="/ppt/theme/theme52.xml" ContentType="application/vnd.openxmlformats-officedocument.theme+xml"/>
  <Override PartName="/ppt/theme/theme51.xml" ContentType="application/vnd.openxmlformats-officedocument.theme+xml"/>
  <Override PartName="/ppt/theme/theme50.xml" ContentType="application/vnd.openxmlformats-officedocument.theme+xml"/>
  <Override PartName="/ppt/theme/theme46.xml" ContentType="application/vnd.openxmlformats-officedocument.theme+xml"/>
  <Override PartName="/ppt/theme/theme45.xml" ContentType="application/vnd.openxmlformats-officedocument.theme+xml"/>
  <Override PartName="/ppt/theme/theme44.xml" ContentType="application/vnd.openxmlformats-officedocument.theme+xml"/>
  <Override PartName="/ppt/theme/theme43.xml" ContentType="application/vnd.openxmlformats-officedocument.theme+xml"/>
  <Override PartName="/ppt/theme/theme42.xml" ContentType="application/vnd.openxmlformats-officedocument.theme+xml"/>
  <Override PartName="/ppt/theme/theme41.xml" ContentType="application/vnd.openxmlformats-officedocument.theme+xml"/>
  <Override PartName="/ppt/theme/theme40.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60.xml" ContentType="application/vnd.openxmlformats-officedocument.theme+xml"/>
  <Override PartName="/ppt/theme/theme20.xml" ContentType="application/vnd.openxmlformats-officedocument.theme+xml"/>
  <Override PartName="/ppt/theme/theme57.xml" ContentType="application/vnd.openxmlformats-officedocument.theme+xml"/>
  <Override PartName="/ppt/theme/theme19.xml" ContentType="application/vnd.openxmlformats-officedocument.theme+xml"/>
  <Override PartName="/ppt/theme/theme61.xml" ContentType="application/vnd.openxmlformats-officedocument.theme+xml"/>
  <Override PartName="/ppt/theme/theme21.xml" ContentType="application/vnd.openxmlformats-officedocument.theme+xml"/>
  <Override PartName="/ppt/theme/theme58.xml" ContentType="application/vnd.openxmlformats-officedocument.theme+xml"/>
  <Override PartName="/ppt/theme/theme22.xml" ContentType="application/vnd.openxmlformats-officedocument.theme+xml"/>
  <Override PartName="/ppt/theme/theme59.xml" ContentType="application/vnd.openxmlformats-officedocument.theme+xml"/>
  <Override PartName="/ppt/theme/theme23.xml" ContentType="application/vnd.openxmlformats-officedocument.theme+xml"/>
  <Override PartName="/ppt/theme/theme73.xml" ContentType="application/vnd.openxmlformats-officedocument.theme+xml"/>
  <Override PartName="/ppt/theme/theme24.xml" ContentType="application/vnd.openxmlformats-officedocument.theme+xml"/>
  <Override PartName="/ppt/theme/theme72.xml" ContentType="application/vnd.openxmlformats-officedocument.theme+xml"/>
  <Override PartName="/ppt/theme/theme71.xml" ContentType="application/vnd.openxmlformats-officedocument.theme+xml"/>
  <Override PartName="/ppt/theme/theme69.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70.xml" ContentType="application/vnd.openxmlformats-officedocument.theme+xml"/>
  <Override PartName="/ppt/theme/theme68.xml" ContentType="application/vnd.openxmlformats-officedocument.theme+xml"/>
  <Override PartName="/ppt/theme/theme29.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67.xml" ContentType="application/vnd.openxmlformats-officedocument.theme+xml"/>
  <Override PartName="/ppt/theme/theme28.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66.xml" ContentType="application/vnd.openxmlformats-officedocument.theme+xml"/>
  <Override PartName="/ppt/theme/theme65.xml" ContentType="application/vnd.openxmlformats-officedocument.theme+xml"/>
  <Override PartName="/ppt/theme/theme64.xml" ContentType="application/vnd.openxmlformats-officedocument.theme+xml"/>
  <Override PartName="/ppt/theme/theme63.xml" ContentType="application/vnd.openxmlformats-officedocument.theme+xml"/>
  <Override PartName="/ppt/theme/theme25.xml" ContentType="application/vnd.openxmlformats-officedocument.theme+xml"/>
  <Override PartName="/ppt/theme/theme62.xml" ContentType="application/vnd.openxmlformats-officedocument.theme+xml"/>
  <Override PartName="/ppt/theme/theme1.xml" ContentType="application/vnd.openxmlformats-officedocument.theme+xml"/>
  <Override PartName="/ppt/theme/theme26.xml" ContentType="application/vnd.openxmlformats-officedocument.theme+xml"/>
  <Override PartName="/ppt/theme/theme11.xml" ContentType="application/vnd.openxmlformats-officedocument.theme+xml"/>
  <Override PartName="/ppt/theme/theme48.xml" ContentType="application/vnd.openxmlformats-officedocument.theme+xml"/>
  <Override PartName="/ppt/theme/theme2.xml" ContentType="application/vnd.openxmlformats-officedocument.theme+xml"/>
  <Override PartName="/ppt/theme/theme27.xml" ContentType="application/vnd.openxmlformats-officedocument.theme+xml"/>
  <Override PartName="/ppt/theme/theme12.xml" ContentType="application/vnd.openxmlformats-officedocument.theme+xml"/>
  <Override PartName="/ppt/theme/theme49.xml" ContentType="application/vnd.openxmlformats-officedocument.theme+xml"/>
  <Override PartName="/ppt/theme/theme13.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7.xml" ContentType="application/vnd.openxmlformats-officedocument.theme+xml"/>
  <Override PartName="/ppt/theme/theme34.xml" ContentType="application/vnd.openxmlformats-officedocument.theme+xml"/>
  <Override PartName="/ppt/theme/theme8.xml" ContentType="application/vnd.openxmlformats-officedocument.theme+xml"/>
  <Override PartName="/ppt/theme/theme35.xml" ContentType="application/vnd.openxmlformats-officedocument.theme+xml"/>
  <Override PartName="/ppt/theme/theme9.xml" ContentType="application/vnd.openxmlformats-officedocument.theme+xml"/>
  <Override PartName="/ppt/theme/theme36.xml" ContentType="application/vnd.openxmlformats-officedocument.theme+xml"/>
  <Override PartName="/ppt/theme/theme10.xml" ContentType="application/vnd.openxmlformats-officedocument.theme+xml"/>
  <Override PartName="/ppt/theme/theme47.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slideLayouts/slideLayout40.xml" ContentType="application/vnd.openxmlformats-officedocument.presentationml.slideLayout+xml"/>
  <Override PartName="/ppt/slideLayouts/slideLayout38.xml" ContentType="application/vnd.openxmlformats-officedocument.presentationml.slideLayout+xml"/>
  <Override PartName="/ppt/slideLayouts/_rels/slideLayout36.xml.rels" ContentType="application/vnd.openxmlformats-package.relationships+xml"/>
  <Override PartName="/ppt/slideLayouts/_rels/slideLayout35.xml.rels" ContentType="application/vnd.openxmlformats-package.relationships+xml"/>
  <Override PartName="/ppt/slideLayouts/_rels/slideLayout34.xml.rels" ContentType="application/vnd.openxmlformats-package.relationships+xml"/>
  <Override PartName="/ppt/slideLayouts/_rels/slideLayout33.xml.rels" ContentType="application/vnd.openxmlformats-package.relationships+xml"/>
  <Override PartName="/ppt/slideLayouts/_rels/slideLayout52.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51.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50.xml.rels" ContentType="application/vnd.openxmlformats-package.relationships+xml"/>
  <Override PartName="/ppt/slideLayouts/_rels/slideLayout13.xml.rels" ContentType="application/vnd.openxmlformats-package.relationships+xml"/>
  <Override PartName="/ppt/slideLayouts/_rels/slideLayout48.xml.rels" ContentType="application/vnd.openxmlformats-package.relationships+xml"/>
  <Override PartName="/ppt/slideLayouts/_rels/slideLayout11.xml.rels" ContentType="application/vnd.openxmlformats-package.relationships+xml"/>
  <Override PartName="/ppt/slideLayouts/_rels/slideLayout72.xml.rels" ContentType="application/vnd.openxmlformats-package.relationships+xml"/>
  <Override PartName="/ppt/slideLayouts/_rels/slideLayout61.xml.rels" ContentType="application/vnd.openxmlformats-package.relationships+xml"/>
  <Override PartName="/ppt/slideLayouts/_rels/slideLayout19.xml.rels" ContentType="application/vnd.openxmlformats-package.relationships+xml"/>
  <Override PartName="/ppt/slideLayouts/_rels/slideLayout57.xml.rels" ContentType="application/vnd.openxmlformats-package.relationships+xml"/>
  <Override PartName="/ppt/slideLayouts/_rels/slideLayout20.xml.rels" ContentType="application/vnd.openxmlformats-package.relationships+xml"/>
  <Override PartName="/ppt/slideLayouts/_rels/slideLayout47.xml.rels" ContentType="application/vnd.openxmlformats-package.relationships+xml"/>
  <Override PartName="/ppt/slideLayouts/_rels/slideLayout10.xml.rels" ContentType="application/vnd.openxmlformats-package.relationships+xml"/>
  <Override PartName="/ppt/slideLayouts/_rels/slideLayout60.xml.rels" ContentType="application/vnd.openxmlformats-package.relationships+xml"/>
  <Override PartName="/ppt/slideLayouts/_rels/slideLayout18.xml.rels" ContentType="application/vnd.openxmlformats-package.relationships+xml"/>
  <Override PartName="/ppt/slideLayouts/_rels/slideLayout15.xml.rels" ContentType="application/vnd.openxmlformats-package.relationships+xml"/>
  <Override PartName="/ppt/slideLayouts/_rels/slideLayout14.xml.rels" ContentType="application/vnd.openxmlformats-package.relationships+xml"/>
  <Override PartName="/ppt/slideLayouts/_rels/slideLayout56.xml.rels" ContentType="application/vnd.openxmlformats-package.relationships+xml"/>
  <Override PartName="/ppt/slideLayouts/_rels/slideLayout44.xml.rels" ContentType="application/vnd.openxmlformats-package.relationships+xml"/>
  <Override PartName="/ppt/slideLayouts/_rels/slideLayout55.xml.rels" ContentType="application/vnd.openxmlformats-package.relationships+xml"/>
  <Override PartName="/ppt/slideLayouts/_rels/slideLayout43.xml.rels" ContentType="application/vnd.openxmlformats-package.relationships+xml"/>
  <Override PartName="/ppt/slideLayouts/_rels/slideLayout17.xml.rels" ContentType="application/vnd.openxmlformats-package.relationships+xml"/>
  <Override PartName="/ppt/slideLayouts/_rels/slideLayout54.xml.rels" ContentType="application/vnd.openxmlformats-package.relationships+xml"/>
  <Override PartName="/ppt/slideLayouts/_rels/slideLayout42.xml.rels" ContentType="application/vnd.openxmlformats-package.relationships+xml"/>
  <Override PartName="/ppt/slideLayouts/_rels/slideLayout16.xml.rels" ContentType="application/vnd.openxmlformats-package.relationships+xml"/>
  <Override PartName="/ppt/slideLayouts/_rels/slideLayout53.xml.rels" ContentType="application/vnd.openxmlformats-package.relationships+xml"/>
  <Override PartName="/ppt/slideLayouts/_rels/slideLayout39.xml.rels" ContentType="application/vnd.openxmlformats-package.relationships+xml"/>
  <Override PartName="/ppt/slideLayouts/_rels/slideLayout41.xml.rels" ContentType="application/vnd.openxmlformats-package.relationships+xml"/>
  <Override PartName="/ppt/slideLayouts/_rels/slideLayout46.xml.rels" ContentType="application/vnd.openxmlformats-package.relationships+xml"/>
  <Override PartName="/ppt/slideLayouts/_rels/slideLayout45.xml.rels" ContentType="application/vnd.openxmlformats-package.relationships+xml"/>
  <Override PartName="/ppt/slideLayouts/_rels/slideLayout40.xml.rels" ContentType="application/vnd.openxmlformats-package.relationships+xml"/>
  <Override PartName="/ppt/slideLayouts/_rels/slideLayout38.xml.rels" ContentType="application/vnd.openxmlformats-package.relationships+xml"/>
  <Override PartName="/ppt/slideLayouts/_rels/slideLayout37.xml.rels" ContentType="application/vnd.openxmlformats-package.relationships+xml"/>
  <Override PartName="/ppt/slideLayouts/_rels/slideLayout58.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71.xml.rels" ContentType="application/vnd.openxmlformats-package.relationships+xml"/>
  <Override PartName="/ppt/slideLayouts/_rels/slideLayout9.xml.rels" ContentType="application/vnd.openxmlformats-package.relationships+xml"/>
  <Override PartName="/ppt/slideLayouts/_rels/slideLayout29.xml.rels" ContentType="application/vnd.openxmlformats-package.relationships+xml"/>
  <Override PartName="/ppt/slideLayouts/_rels/slideLayout69.xml.rels" ContentType="application/vnd.openxmlformats-package.relationships+xml"/>
  <Override PartName="/ppt/slideLayouts/_rels/slideLayout32.xml.rels" ContentType="application/vnd.openxmlformats-package.relationships+xml"/>
  <Override PartName="/ppt/slideLayouts/_rels/slideLayout70.xml.rels" ContentType="application/vnd.openxmlformats-package.relationships+xml"/>
  <Override PartName="/ppt/slideLayouts/_rels/slideLayout8.xml.rels" ContentType="application/vnd.openxmlformats-package.relationships+xml"/>
  <Override PartName="/ppt/slideLayouts/_rels/slideLayout28.xml.rels" ContentType="application/vnd.openxmlformats-package.relationships+xml"/>
  <Override PartName="/ppt/slideLayouts/_rels/slideLayout68.xml.rels" ContentType="application/vnd.openxmlformats-package.relationships+xml"/>
  <Override PartName="/ppt/slideLayouts/_rels/slideLayout31.xml.rels" ContentType="application/vnd.openxmlformats-package.relationships+xml"/>
  <Override PartName="/ppt/slideLayouts/_rels/slideLayout67.xml.rels" ContentType="application/vnd.openxmlformats-package.relationships+xml"/>
  <Override PartName="/ppt/slideLayouts/_rels/slideLayout30.xml.rels" ContentType="application/vnd.openxmlformats-package.relationships+xml"/>
  <Override PartName="/ppt/slideLayouts/_rels/slideLayout66.xml.rels" ContentType="application/vnd.openxmlformats-package.relationships+xml"/>
  <Override PartName="/ppt/slideLayouts/_rels/slideLayout65.xml.rels" ContentType="application/vnd.openxmlformats-package.relationships+xml"/>
  <Override PartName="/ppt/slideLayouts/_rels/slideLayout64.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_rels/slideLayout63.xml.rels" ContentType="application/vnd.openxmlformats-package.relationships+xml"/>
  <Override PartName="/ppt/slideLayouts/_rels/slideLayout62.xml.rels" ContentType="application/vnd.openxmlformats-package.relationships+xml"/>
  <Override PartName="/ppt/slideLayouts/_rels/slideLayout12.xml.rels" ContentType="application/vnd.openxmlformats-package.relationships+xml"/>
  <Override PartName="/ppt/slideLayouts/_rels/slideLayout49.xml.rels" ContentType="application/vnd.openxmlformats-package.relationships+xml"/>
  <Override PartName="/ppt/slideLayouts/_rels/slideLayout59.xml.rels" ContentType="application/vnd.openxmlformats-package.relationships+xml"/>
  <Override PartName="/ppt/slideLayouts/_rels/slideLayout2.xml.rels" ContentType="application/vnd.openxmlformats-package.relationships+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slideLayout37.xml" ContentType="application/vnd.openxmlformats-officedocument.presentationml.slideLayout+xml"/>
  <Override PartName="/ppt/slideLayouts/slideLayout39.xml" ContentType="application/vnd.openxmlformats-officedocument.presentationml.slideLayout+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60.xml" ContentType="application/vnd.openxmlformats-officedocument.presentationml.slideLayout+xml"/>
  <Override PartName="/ppt/slideLayouts/slideLayout57.xml" ContentType="application/vnd.openxmlformats-officedocument.presentationml.slideLayout+xml"/>
  <Override PartName="/ppt/slideLayouts/slideLayout19.xml" ContentType="application/vnd.openxmlformats-officedocument.presentationml.slideLayout+xml"/>
  <Override PartName="/ppt/slideLayouts/slideLayout61.xml" ContentType="application/vnd.openxmlformats-officedocument.presentationml.slideLayout+xml"/>
  <Override PartName="/ppt/slideLayouts/slideLayout72.xml" ContentType="application/vnd.openxmlformats-officedocument.presentationml.slideLayout+xml"/>
  <Override PartName="/ppt/slideLayouts/slideLayout58.xml" ContentType="application/vnd.openxmlformats-officedocument.presentationml.slideLayout+xml"/>
  <Override PartName="/ppt/slideLayouts/slideLayout71.xml" ContentType="application/vnd.openxmlformats-officedocument.presentationml.slideLayout+xml"/>
  <Override PartName="/ppt/slideLayouts/slideLayout29.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70.xml" ContentType="application/vnd.openxmlformats-officedocument.presentationml.slideLayout+xml"/>
  <Override PartName="/ppt/slideLayouts/slideLayout28.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63.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62.xml" ContentType="application/vnd.openxmlformats-officedocument.presentationml.slideLayout+xml"/>
  <Override PartName="/ppt/slideLayouts/slideLayout2.xml" ContentType="application/vnd.openxmlformats-officedocument.presentationml.slideLayout+xml"/>
  <Override PartName="/ppt/slideLayouts/slideLayout59.xml" ContentType="application/vnd.openxmlformats-officedocument.presentationml.slideLayout+xml"/>
  <Override PartName="/ppt/slideLayouts/slideLayout27.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1.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22.xml" ContentType="application/vnd.openxmlformats-officedocument.presentationml.slideLayout+xml"/>
  <Override PartName="/ppt/slideLayouts/slideLayout7.xml" ContentType="application/vnd.openxmlformats-officedocument.presentationml.slideLayout+xml"/>
  <Override PartName="/ppt/slideLayouts/slideLayout50.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23.xml" ContentType="application/vnd.openxmlformats-officedocument.presentationml.slideLayout+xml"/>
  <Override PartName="/ppt/slideLayouts/slideLayout8.xml" ContentType="application/vnd.openxmlformats-officedocument.presentationml.slideLayout+xml"/>
  <Override PartName="/ppt/slideLayouts/slideLayout51.xml" ContentType="application/vnd.openxmlformats-officedocument.presentationml.slideLayout+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9.xml" ContentType="application/vnd.openxmlformats-officedocument.presentationml.slideLayout+xml"/>
  <Override PartName="/ppt/slideLayouts/slideLayout5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58.wmf" ContentType="image/x-wmf"/>
  <Override PartName="/ppt/media/image55.png" ContentType="image/png"/>
  <Override PartName="/ppt/media/image54.png" ContentType="image/png"/>
  <Override PartName="/ppt/media/image52.wmf" ContentType="image/x-wmf"/>
  <Override PartName="/ppt/media/image49.wmf" ContentType="image/x-wmf"/>
  <Override PartName="/ppt/media/image50.wmf" ContentType="image/x-wmf"/>
  <Override PartName="/ppt/media/image47.png" ContentType="image/png"/>
  <Override PartName="/ppt/media/image46.png" ContentType="image/png"/>
  <Override PartName="/ppt/media/image45.png" ContentType="image/png"/>
  <Override PartName="/ppt/media/image44.png" ContentType="image/png"/>
  <Override PartName="/ppt/media/image43.jpeg" ContentType="image/jpeg"/>
  <Override PartName="/ppt/media/image42.wmf" ContentType="image/x-wmf"/>
  <Override PartName="/ppt/media/image39.wmf" ContentType="image/x-wmf"/>
  <Override PartName="/ppt/media/image37.wmf" ContentType="image/x-wmf"/>
  <Override PartName="/ppt/media/image36.wmf" ContentType="image/x-wmf"/>
  <Override PartName="/ppt/media/image35.wmf" ContentType="image/x-wmf"/>
  <Override PartName="/ppt/media/image34.wmf" ContentType="image/x-wmf"/>
  <Override PartName="/ppt/media/image32.wmf" ContentType="image/x-wmf"/>
  <Override PartName="/ppt/media/image30.wmf" ContentType="image/x-wmf"/>
  <Override PartName="/ppt/media/image11.jpeg" ContentType="image/jpeg"/>
  <Override PartName="/ppt/media/image73.png" ContentType="image/png"/>
  <Override PartName="/ppt/media/image17.wmf" ContentType="image/x-wmf"/>
  <Override PartName="/ppt/media/image56.png" ContentType="image/png"/>
  <Override PartName="/ppt/media/image77.wmf" ContentType="image/x-wmf"/>
  <Override PartName="/ppt/media/image2.jpeg" ContentType="image/jpeg"/>
  <Override PartName="/ppt/media/image60.wmf" ContentType="image/x-wmf"/>
  <Override PartName="/ppt/media/image59.jpeg" ContentType="image/jpeg"/>
  <Override PartName="/ppt/media/image57.png" ContentType="image/png"/>
  <Override PartName="/ppt/media/image19.wmf" ContentType="image/x-wmf"/>
  <Override PartName="/ppt/media/image61.wmf" ContentType="image/x-wmf"/>
  <Override PartName="/ppt/media/image21.png" ContentType="image/png"/>
  <Override PartName="/ppt/media/image26.wmf" ContentType="image/x-wmf"/>
  <Override PartName="/ppt/media/image24.wmf" ContentType="image/x-wmf"/>
  <Override PartName="/ppt/media/image62.jpeg" ContentType="image/jpeg"/>
  <Override PartName="/ppt/media/image79.wmf" ContentType="image/x-wmf"/>
  <Override PartName="/ppt/media/image67.wmf" ContentType="image/x-wmf"/>
  <Override PartName="/ppt/media/image28.wmf" ContentType="image/x-wmf"/>
  <Override PartName="/ppt/media/image65.wmf" ContentType="image/x-wmf"/>
  <Override PartName="/ppt/media/hdphoto1.wdp" ContentType="image/vnd.ms-photo"/>
  <Override PartName="/ppt/media/image76.wmf" ContentType="image/x-wmf"/>
  <Override PartName="/ppt/media/image75.wmf" ContentType="image/x-wmf"/>
  <Override PartName="/ppt/media/image3.png" ContentType="image/png"/>
  <Override PartName="/ppt/media/image22.wmf" ContentType="image/x-wmf"/>
  <Override PartName="/ppt/media/image72.png" ContentType="image/png"/>
  <Override PartName="/ppt/media/image1.wmf" ContentType="image/x-wmf"/>
  <Override PartName="/ppt/media/image33.wmf" ContentType="image/x-wmf"/>
  <Override PartName="/ppt/media/image18.wmf" ContentType="image/x-wmf"/>
  <Override PartName="/ppt/media/image63.jpeg" ContentType="image/jpeg"/>
  <Override PartName="/ppt/media/image71.wmf" ContentType="image/x-wmf"/>
  <Override PartName="/ppt/media/image29.wmf" ContentType="image/x-wmf"/>
  <Override PartName="/ppt/media/image70.png" ContentType="image/png"/>
  <Override PartName="/ppt/media/image69.jpeg" ContentType="image/jpeg"/>
  <Override PartName="/ppt/media/image78.wmf" ContentType="image/x-wmf"/>
  <Override PartName="/ppt/media/image8.jpeg" ContentType="image/jpeg"/>
  <Override PartName="/ppt/media/image41.wmf" ContentType="image/x-wmf"/>
  <Override PartName="/ppt/media/image27.wmf" ContentType="image/x-wmf"/>
  <Override PartName="/ppt/media/image64.wmf" ContentType="image/x-wmf"/>
  <Override PartName="/ppt/media/image66.jpeg" ContentType="image/jpeg"/>
  <Override PartName="/ppt/media/image15.png" ContentType="image/png"/>
  <Override PartName="/ppt/media/image68.png" ContentType="image/png"/>
  <Override PartName="/ppt/media/image25.wmf" ContentType="image/x-wmf"/>
  <Override PartName="/ppt/media/image53.wmf" ContentType="image/x-wmf"/>
  <Override PartName="/ppt/media/image4.png" ContentType="image/png"/>
  <Override PartName="/ppt/media/image13.png" ContentType="image/png"/>
  <Override PartName="/ppt/media/image5.png" ContentType="image/png"/>
  <Override PartName="/ppt/media/image14.png" ContentType="image/png"/>
  <Override PartName="/ppt/media/image6.wmf" ContentType="image/x-wmf"/>
  <Override PartName="/ppt/media/image38.wmf" ContentType="image/x-wmf"/>
  <Override PartName="/ppt/media/image23.wmf" ContentType="image/x-wmf"/>
  <Override PartName="/ppt/media/image40.wmf" ContentType="image/x-wmf"/>
  <Override PartName="/ppt/media/image12.jpeg" ContentType="image/jpeg"/>
  <Override PartName="/ppt/media/image9.jpeg" ContentType="image/jpeg"/>
  <Override PartName="/ppt/media/image48.png" ContentType="image/png"/>
  <Override PartName="/ppt/media/image51.wmf" ContentType="image/x-wmf"/>
  <Override PartName="/ppt/media/image7.jpeg" ContentType="image/jpeg"/>
  <Override PartName="/ppt/media/image16.png" ContentType="image/png"/>
  <Override PartName="/ppt/media/image31.wmf" ContentType="image/x-wmf"/>
  <Override PartName="/ppt/media/image74.png" ContentType="image/png"/>
  <Override PartName="/ppt/media/image20.wmf" ContentType="image/x-wmf"/>
  <Override PartName="/ppt/media/image10.jpeg" ContentType="image/jpeg"/>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59.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29.xml" ContentType="application/vnd.openxmlformats-officedocument.presentationml.slide+xml"/>
  <Override PartName="/ppt/slides/_rels/slide5.xml.rels" ContentType="application/vnd.openxmlformats-package.relationships+xml"/>
  <Override PartName="/ppt/slides/_rels/slide84.xml.rels" ContentType="application/vnd.openxmlformats-package.relationships+xml"/>
  <Override PartName="/ppt/slides/_rels/slide19.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5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83.xml.rels" ContentType="application/vnd.openxmlformats-package.relationships+xml"/>
  <Override PartName="/ppt/slides/_rels/slide18.xml.rels" ContentType="application/vnd.openxmlformats-package.relationships+xml"/>
  <Override PartName="/ppt/slides/_rels/slide48.xml.rels" ContentType="application/vnd.openxmlformats-package.relationships+xml"/>
  <Override PartName="/ppt/slides/_rels/slide11.xml.rels" ContentType="application/vnd.openxmlformats-package.relationships+xml"/>
  <Override PartName="/ppt/slides/_rels/slide57.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82.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16.xml.rels" ContentType="application/vnd.openxmlformats-package.relationships+xml"/>
  <Override PartName="/ppt/slides/_rels/slide81.xml.rels" ContentType="application/vnd.openxmlformats-package.relationships+xml"/>
  <Override PartName="/ppt/slides/_rels/slide46.xml.rels" ContentType="application/vnd.openxmlformats-package.relationships+xml"/>
  <Override PartName="/ppt/slides/_rels/slide1.xml.rels" ContentType="application/vnd.openxmlformats-package.relationships+xml"/>
  <Override PartName="/ppt/slides/_rels/slide29.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80.xml.rels" ContentType="application/vnd.openxmlformats-package.relationships+xml"/>
  <Override PartName="/ppt/slides/_rels/slide22.xml.rels" ContentType="application/vnd.openxmlformats-package.relationships+xml"/>
  <Override PartName="/ppt/slides/_rels/slide5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25.xml.rels" ContentType="application/vnd.openxmlformats-package.relationships+xml"/>
  <Override PartName="/ppt/slides/_rels/slide30.xml.rels" ContentType="application/vnd.openxmlformats-package.relationships+xml"/>
  <Override PartName="/ppt/slides/_rels/slide67.xml.rels" ContentType="application/vnd.openxmlformats-package.relationships+xml"/>
  <Override PartName="/ppt/slides/_rels/slide31.xml.rels" ContentType="application/vnd.openxmlformats-package.relationships+xml"/>
  <Override PartName="/ppt/slides/_rels/slide68.xml.rels" ContentType="application/vnd.openxmlformats-package.relationships+xml"/>
  <Override PartName="/ppt/slides/_rels/slide32.xml.rels" ContentType="application/vnd.openxmlformats-package.relationships+xml"/>
  <Override PartName="/ppt/slides/_rels/slide69.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56.xml.rels" ContentType="application/vnd.openxmlformats-package.relationships+xml"/>
  <Override PartName="/ppt/slides/_rels/slide44.xml.rels" ContentType="application/vnd.openxmlformats-package.relationships+xml"/>
  <Override PartName="/ppt/slides/_rels/slide55.xml.rels" ContentType="application/vnd.openxmlformats-package.relationships+xml"/>
  <Override PartName="/ppt/slides/_rels/slide43.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79.xml.rels" ContentType="application/vnd.openxmlformats-package.relationships+xml"/>
  <Override PartName="/ppt/slides/_rels/slide53.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78.xml.rels" ContentType="application/vnd.openxmlformats-package.relationships+xml"/>
  <Override PartName="/ppt/slides/_rels/slide52.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77.xml.rels" ContentType="application/vnd.openxmlformats-package.relationships+xml"/>
  <Override PartName="/ppt/slides/_rels/slide51.xml.rels" ContentType="application/vnd.openxmlformats-package.relationships+xml"/>
  <Override PartName="/ppt/slides/_rels/slide88.xml.rels" ContentType="application/vnd.openxmlformats-package.relationships+xml"/>
  <Override PartName="/ppt/slides/_rels/slide13.xml.rels" ContentType="application/vnd.openxmlformats-package.relationships+xml"/>
  <Override PartName="/ppt/slides/_rels/slide50.xml.rels" ContentType="application/vnd.openxmlformats-package.relationships+xml"/>
  <Override PartName="/ppt/slides/_rels/slide87.xml.rels" ContentType="application/vnd.openxmlformats-package.relationships+xml"/>
  <Override PartName="/ppt/slides/_rels/slide45.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63.xml.rels" ContentType="application/vnd.openxmlformats-package.relationships+xml"/>
  <Override PartName="/ppt/slides/_rels/slide27.xml.rels" ContentType="application/vnd.openxmlformats-package.relationships+xml"/>
  <Override PartName="/ppt/slides/_rels/slide64.xml.rels" ContentType="application/vnd.openxmlformats-package.relationships+xml"/>
  <Override PartName="/ppt/slides/_rels/slide28.xml.rels" ContentType="application/vnd.openxmlformats-package.relationships+xml"/>
  <Override PartName="/ppt/slides/_rels/slide70.xml.rels" ContentType="application/vnd.openxmlformats-package.relationships+xml"/>
  <Override PartName="/ppt/slides/_rels/slide65.xml.rels" ContentType="application/vnd.openxmlformats-package.relationships+xml"/>
  <Override PartName="/ppt/slides/_rels/slide71.xml.rels" ContentType="application/vnd.openxmlformats-package.relationships+xml"/>
  <Override PartName="/ppt/slides/_rels/slide66.xml.rels" ContentType="application/vnd.openxmlformats-package.relationships+xml"/>
  <Override PartName="/ppt/slides/_rels/slide76.xml.rels" ContentType="application/vnd.openxmlformats-package.relationships+xml"/>
  <Override PartName="/ppt/slides/_rels/slide75.xml.rels" ContentType="application/vnd.openxmlformats-package.relationships+xml"/>
  <Override PartName="/ppt/slides/_rels/slide14.xml.rels" ContentType="application/vnd.openxmlformats-package.relationships+xml"/>
  <Override PartName="/ppt/slides/_rels/slide86.xml.rels" ContentType="application/vnd.openxmlformats-package.relationships+xml"/>
  <Override PartName="/ppt/slides/_rels/slide74.xml.rels" ContentType="application/vnd.openxmlformats-package.relationships+xml"/>
  <Override PartName="/ppt/slides/_rels/slide85.xml.rels" ContentType="application/vnd.openxmlformats-package.relationships+xml"/>
  <Override PartName="/ppt/slides/_rels/slide73.xml.rels" ContentType="application/vnd.openxmlformats-package.relationships+xml"/>
  <Override PartName="/ppt/slides/_rels/slide72.xml.rels" ContentType="application/vnd.openxmlformats-package.relationships+xml"/>
  <Override PartName="/ppt/slides/slide71.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88.xml" ContentType="application/vnd.openxmlformats-officedocument.presentationml.slide+xml"/>
  <Override PartName="/ppt/slides/slide76.xml" ContentType="application/vnd.openxmlformats-officedocument.presentationml.slide+xml"/>
  <Override PartName="/ppt/slides/slide87.xml" ContentType="application/vnd.openxmlformats-officedocument.presentationml.slide+xml"/>
  <Override PartName="/ppt/slides/slide75.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86.xml" ContentType="application/vnd.openxmlformats-officedocument.presentationml.slide+xml"/>
  <Override PartName="/ppt/slides/slide74.xml" ContentType="application/vnd.openxmlformats-officedocument.presentationml.slide+xml"/>
  <Override PartName="/ppt/slides/slide85.xml" ContentType="application/vnd.openxmlformats-officedocument.presentationml.slide+xml"/>
  <Override PartName="/ppt/slides/slide73.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72.xml" ContentType="application/vnd.openxmlformats-officedocument.presentationml.slide+xml"/>
  <Override PartName="/ppt/slides/slide69.xml" ContentType="application/vnd.openxmlformats-officedocument.presentationml.slide+xml"/>
  <Override PartName="/ppt/slides/slide80.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8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82.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8.xml" ContentType="application/vnd.openxmlformats-officedocument.presentationml.slide+xml"/>
  <Override PartName="/ppt/slides/slide8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19.xml" ContentType="application/vnd.openxmlformats-officedocument.presentationml.slide+xml"/>
  <Override PartName="/ppt/slides/slide84.xml" ContentType="application/vnd.openxmlformats-officedocument.presentationml.slide+xml"/>
  <Override PartName="/ppt/slides/slide5.xml" ContentType="application/vnd.openxmlformats-officedocument.presentationml.slide+xml"/>
  <Override PartName="/ppt/charts/chart1.xml" ContentType="application/vnd.openxmlformats-officedocument.drawingml.chart+xml"/>
  <Override PartName="/ppt/notesSlides/notesSlide58.xml" ContentType="application/vnd.openxmlformats-officedocument.presentationml.notesSlide+xml"/>
  <Override PartName="/ppt/notesSlides/_rels/notesSlide83.xml.rels" ContentType="application/vnd.openxmlformats-package.relationships+xml"/>
  <Override PartName="/ppt/notesSlides/_rels/notesSlide11.xml.rels" ContentType="application/vnd.openxmlformats-package.relationships+xml"/>
  <Override PartName="/ppt/notesSlides/_rels/notesSlide71.xml.rels" ContentType="application/vnd.openxmlformats-package.relationships+xml"/>
  <Override PartName="/ppt/notesSlides/_rels/notesSlide55.xml.rels" ContentType="application/vnd.openxmlformats-package.relationships+xml"/>
  <Override PartName="/ppt/notesSlides/_rels/notesSlide5.xml.rels" ContentType="application/vnd.openxmlformats-package.relationships+xml"/>
  <Override PartName="/ppt/notesSlides/_rels/notesSlide54.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58.xml.rels" ContentType="application/vnd.openxmlformats-package.relationships+xml"/>
  <Override PartName="/ppt/notesSlides/_rels/notesSlide81.xml.rels" ContentType="application/vnd.openxmlformats-package.relationships+xml"/>
  <Override PartName="/ppt/notesSlides/_rels/notesSlide3.xml.rels" ContentType="application/vnd.openxmlformats-package.relationships+xml"/>
  <Override PartName="/ppt/notesSlides/_rels/notesSlide74.xml.rels" ContentType="application/vnd.openxmlformats-package.relationships+xml"/>
  <Override PartName="/ppt/notesSlides/_rels/notesSlide50.xml.rels" ContentType="application/vnd.openxmlformats-package.relationships+xml"/>
  <Override PartName="/ppt/notesSlides/_rels/notesSlide85.xml.rels" ContentType="application/vnd.openxmlformats-package.relationships+xml"/>
  <Override PartName="/ppt/notesSlides/_rels/notesSlide14.xml.rels" ContentType="application/vnd.openxmlformats-package.relationships+xml"/>
  <Override PartName="/ppt/notesSlides/_rels/notesSlide73.xml.rels" ContentType="application/vnd.openxmlformats-package.relationships+xml"/>
  <Override PartName="/ppt/notesSlides/_rels/notesSlide70.xml.rels" ContentType="application/vnd.openxmlformats-package.relationships+xml"/>
  <Override PartName="/ppt/notesSlides/_rels/notesSlide59.xml.rels" ContentType="application/vnd.openxmlformats-package.relationships+xml"/>
  <Override PartName="/ppt/notesSlides/_rels/notesSlide84.xml.rels" ContentType="application/vnd.openxmlformats-package.relationships+xml"/>
  <Override PartName="/ppt/notesSlides/_rels/notesSlide6.xml.rels" ContentType="application/vnd.openxmlformats-package.relationships+xml"/>
  <Override PartName="/ppt/notesSlides/_rels/notesSlide77.xml.rels" ContentType="application/vnd.openxmlformats-package.relationships+xml"/>
  <Override PartName="/ppt/notesSlides/notesSlide50.xml" ContentType="application/vnd.openxmlformats-officedocument.presentationml.notesSlide+xml"/>
  <Override PartName="/ppt/notesSlides/notesSlide85.xml" ContentType="application/vnd.openxmlformats-officedocument.presentationml.notesSlide+xml"/>
  <Override PartName="/ppt/notesSlides/notesSlide14.xml" ContentType="application/vnd.openxmlformats-officedocument.presentationml.notesSlide+xml"/>
  <Override PartName="/ppt/notesSlides/notesSlide70.xml" ContentType="application/vnd.openxmlformats-officedocument.presentationml.notesSlide+xml"/>
  <Override PartName="/ppt/notesSlides/notesSlide5.xml" ContentType="application/vnd.openxmlformats-officedocument.presentationml.notesSlide+xml"/>
  <Override PartName="/ppt/notesSlides/notesSlide59.xml" ContentType="application/vnd.openxmlformats-officedocument.presentationml.notesSlide+xml"/>
  <Override PartName="/ppt/notesSlides/notesSlide84.xml" ContentType="application/vnd.openxmlformats-officedocument.presentationml.notesSlide+xml"/>
  <Override PartName="/ppt/notesSlides/notesSlide81.xml" ContentType="application/vnd.openxmlformats-officedocument.presentationml.notesSlide+xml"/>
  <Override PartName="/ppt/notesSlides/notesSlide77.xml" ContentType="application/vnd.openxmlformats-officedocument.presentationml.notesSlide+xml"/>
  <Override PartName="/ppt/notesSlides/notesSlide3.xml" ContentType="application/vnd.openxmlformats-officedocument.presentationml.notesSlide+xml"/>
  <Override PartName="/ppt/notesSlides/notesSlide74.xml" ContentType="application/vnd.openxmlformats-officedocument.presentationml.notesSlide+xml"/>
  <Override PartName="/ppt/notesSlides/notesSlide73.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11.xml" ContentType="application/vnd.openxmlformats-officedocument.presentationml.notesSlide+xml"/>
  <Override PartName="/ppt/notesSlides/notesSlide83.xml" ContentType="application/vnd.openxmlformats-officedocument.presentationml.notesSlide+xml"/>
  <Override PartName="/ppt/notesSlides/notesSlide71.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 id="2147483728" r:id="rId42"/>
    <p:sldMasterId id="2147483730" r:id="rId43"/>
    <p:sldMasterId id="2147483732" r:id="rId44"/>
    <p:sldMasterId id="2147483734" r:id="rId45"/>
    <p:sldMasterId id="2147483736" r:id="rId46"/>
    <p:sldMasterId id="2147483738" r:id="rId47"/>
    <p:sldMasterId id="2147483740" r:id="rId48"/>
    <p:sldMasterId id="2147483742" r:id="rId49"/>
    <p:sldMasterId id="2147483744" r:id="rId50"/>
    <p:sldMasterId id="2147483746" r:id="rId51"/>
    <p:sldMasterId id="2147483748" r:id="rId52"/>
    <p:sldMasterId id="2147483750" r:id="rId53"/>
    <p:sldMasterId id="2147483752" r:id="rId54"/>
    <p:sldMasterId id="2147483754" r:id="rId55"/>
    <p:sldMasterId id="2147483756" r:id="rId56"/>
    <p:sldMasterId id="2147483758" r:id="rId57"/>
    <p:sldMasterId id="2147483760" r:id="rId58"/>
    <p:sldMasterId id="2147483762" r:id="rId59"/>
    <p:sldMasterId id="2147483764" r:id="rId60"/>
    <p:sldMasterId id="2147483766" r:id="rId61"/>
    <p:sldMasterId id="2147483768" r:id="rId62"/>
    <p:sldMasterId id="2147483770" r:id="rId63"/>
    <p:sldMasterId id="2147483772" r:id="rId64"/>
    <p:sldMasterId id="2147483774" r:id="rId65"/>
    <p:sldMasterId id="2147483776" r:id="rId66"/>
    <p:sldMasterId id="2147483778" r:id="rId67"/>
    <p:sldMasterId id="2147483780" r:id="rId68"/>
    <p:sldMasterId id="2147483782" r:id="rId69"/>
    <p:sldMasterId id="2147483784" r:id="rId70"/>
    <p:sldMasterId id="2147483786" r:id="rId71"/>
    <p:sldMasterId id="2147483788" r:id="rId72"/>
    <p:sldMasterId id="2147483790" r:id="rId73"/>
  </p:sldMasterIdLst>
  <p:notesMasterIdLst>
    <p:notesMasterId r:id="rId74"/>
  </p:notesMasterIdLst>
  <p:sldIdLst>
    <p:sldId id="256" r:id="rId75"/>
    <p:sldId id="257" r:id="rId76"/>
    <p:sldId id="258" r:id="rId77"/>
    <p:sldId id="259" r:id="rId78"/>
    <p:sldId id="260" r:id="rId79"/>
    <p:sldId id="261" r:id="rId80"/>
    <p:sldId id="262" r:id="rId81"/>
    <p:sldId id="263" r:id="rId82"/>
    <p:sldId id="264" r:id="rId83"/>
    <p:sldId id="265" r:id="rId84"/>
    <p:sldId id="266" r:id="rId85"/>
    <p:sldId id="267" r:id="rId86"/>
    <p:sldId id="268" r:id="rId87"/>
    <p:sldId id="269" r:id="rId88"/>
    <p:sldId id="270" r:id="rId89"/>
    <p:sldId id="271" r:id="rId90"/>
    <p:sldId id="272" r:id="rId91"/>
    <p:sldId id="273" r:id="rId92"/>
    <p:sldId id="274" r:id="rId93"/>
    <p:sldId id="275" r:id="rId94"/>
    <p:sldId id="276" r:id="rId95"/>
    <p:sldId id="277" r:id="rId96"/>
    <p:sldId id="278" r:id="rId97"/>
    <p:sldId id="279" r:id="rId98"/>
    <p:sldId id="280" r:id="rId99"/>
    <p:sldId id="281" r:id="rId100"/>
    <p:sldId id="282" r:id="rId101"/>
    <p:sldId id="283" r:id="rId102"/>
    <p:sldId id="284" r:id="rId103"/>
    <p:sldId id="285" r:id="rId104"/>
    <p:sldId id="286" r:id="rId105"/>
    <p:sldId id="287" r:id="rId106"/>
    <p:sldId id="288" r:id="rId107"/>
    <p:sldId id="289" r:id="rId108"/>
    <p:sldId id="290" r:id="rId109"/>
    <p:sldId id="291" r:id="rId110"/>
    <p:sldId id="292" r:id="rId111"/>
    <p:sldId id="293" r:id="rId112"/>
    <p:sldId id="294" r:id="rId113"/>
    <p:sldId id="295" r:id="rId114"/>
    <p:sldId id="296" r:id="rId115"/>
    <p:sldId id="297" r:id="rId116"/>
    <p:sldId id="298" r:id="rId117"/>
    <p:sldId id="299" r:id="rId118"/>
    <p:sldId id="300" r:id="rId119"/>
    <p:sldId id="301" r:id="rId120"/>
    <p:sldId id="302" r:id="rId121"/>
    <p:sldId id="303" r:id="rId122"/>
    <p:sldId id="304" r:id="rId123"/>
    <p:sldId id="305" r:id="rId124"/>
    <p:sldId id="306" r:id="rId125"/>
    <p:sldId id="307" r:id="rId126"/>
    <p:sldId id="308" r:id="rId127"/>
    <p:sldId id="309" r:id="rId128"/>
    <p:sldId id="310" r:id="rId129"/>
    <p:sldId id="311" r:id="rId130"/>
    <p:sldId id="312" r:id="rId131"/>
    <p:sldId id="313" r:id="rId132"/>
    <p:sldId id="314" r:id="rId133"/>
    <p:sldId id="315" r:id="rId134"/>
    <p:sldId id="316" r:id="rId135"/>
    <p:sldId id="317" r:id="rId136"/>
    <p:sldId id="318" r:id="rId137"/>
    <p:sldId id="319" r:id="rId138"/>
    <p:sldId id="320" r:id="rId139"/>
    <p:sldId id="321" r:id="rId140"/>
    <p:sldId id="322" r:id="rId141"/>
    <p:sldId id="323" r:id="rId142"/>
    <p:sldId id="324" r:id="rId143"/>
    <p:sldId id="325" r:id="rId144"/>
    <p:sldId id="326" r:id="rId145"/>
    <p:sldId id="327" r:id="rId146"/>
    <p:sldId id="328" r:id="rId147"/>
    <p:sldId id="329" r:id="rId148"/>
    <p:sldId id="330" r:id="rId149"/>
    <p:sldId id="331" r:id="rId150"/>
    <p:sldId id="332" r:id="rId151"/>
    <p:sldId id="333" r:id="rId152"/>
    <p:sldId id="334" r:id="rId153"/>
    <p:sldId id="335" r:id="rId154"/>
    <p:sldId id="336" r:id="rId155"/>
    <p:sldId id="337" r:id="rId156"/>
    <p:sldId id="338" r:id="rId157"/>
    <p:sldId id="339" r:id="rId158"/>
    <p:sldId id="340" r:id="rId159"/>
    <p:sldId id="341" r:id="rId160"/>
    <p:sldId id="342" r:id="rId161"/>
    <p:sldId id="343" r:id="rId16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slideMaster" Target="slideMasters/slideMaster43.xml"/><Relationship Id="rId45" Type="http://schemas.openxmlformats.org/officeDocument/2006/relationships/slideMaster" Target="slideMasters/slideMaster44.xml"/><Relationship Id="rId46" Type="http://schemas.openxmlformats.org/officeDocument/2006/relationships/slideMaster" Target="slideMasters/slideMaster45.xml"/><Relationship Id="rId47" Type="http://schemas.openxmlformats.org/officeDocument/2006/relationships/slideMaster" Target="slideMasters/slideMaster46.xml"/><Relationship Id="rId48" Type="http://schemas.openxmlformats.org/officeDocument/2006/relationships/slideMaster" Target="slideMasters/slideMaster47.xml"/><Relationship Id="rId49" Type="http://schemas.openxmlformats.org/officeDocument/2006/relationships/slideMaster" Target="slideMasters/slideMaster48.xml"/><Relationship Id="rId50" Type="http://schemas.openxmlformats.org/officeDocument/2006/relationships/slideMaster" Target="slideMasters/slideMaster49.xml"/><Relationship Id="rId51" Type="http://schemas.openxmlformats.org/officeDocument/2006/relationships/slideMaster" Target="slideMasters/slideMaster50.xml"/><Relationship Id="rId52" Type="http://schemas.openxmlformats.org/officeDocument/2006/relationships/slideMaster" Target="slideMasters/slideMaster51.xml"/><Relationship Id="rId53" Type="http://schemas.openxmlformats.org/officeDocument/2006/relationships/slideMaster" Target="slideMasters/slideMaster52.xml"/><Relationship Id="rId54" Type="http://schemas.openxmlformats.org/officeDocument/2006/relationships/slideMaster" Target="slideMasters/slideMaster53.xml"/><Relationship Id="rId55" Type="http://schemas.openxmlformats.org/officeDocument/2006/relationships/slideMaster" Target="slideMasters/slideMaster54.xml"/><Relationship Id="rId56" Type="http://schemas.openxmlformats.org/officeDocument/2006/relationships/slideMaster" Target="slideMasters/slideMaster55.xml"/><Relationship Id="rId57" Type="http://schemas.openxmlformats.org/officeDocument/2006/relationships/slideMaster" Target="slideMasters/slideMaster56.xml"/><Relationship Id="rId58" Type="http://schemas.openxmlformats.org/officeDocument/2006/relationships/slideMaster" Target="slideMasters/slideMaster57.xml"/><Relationship Id="rId59" Type="http://schemas.openxmlformats.org/officeDocument/2006/relationships/slideMaster" Target="slideMasters/slideMaster58.xml"/><Relationship Id="rId60" Type="http://schemas.openxmlformats.org/officeDocument/2006/relationships/slideMaster" Target="slideMasters/slideMaster59.xml"/><Relationship Id="rId61" Type="http://schemas.openxmlformats.org/officeDocument/2006/relationships/slideMaster" Target="slideMasters/slideMaster60.xml"/><Relationship Id="rId62" Type="http://schemas.openxmlformats.org/officeDocument/2006/relationships/slideMaster" Target="slideMasters/slideMaster61.xml"/><Relationship Id="rId63" Type="http://schemas.openxmlformats.org/officeDocument/2006/relationships/slideMaster" Target="slideMasters/slideMaster62.xml"/><Relationship Id="rId64" Type="http://schemas.openxmlformats.org/officeDocument/2006/relationships/slideMaster" Target="slideMasters/slideMaster63.xml"/><Relationship Id="rId65" Type="http://schemas.openxmlformats.org/officeDocument/2006/relationships/slideMaster" Target="slideMasters/slideMaster64.xml"/><Relationship Id="rId66" Type="http://schemas.openxmlformats.org/officeDocument/2006/relationships/slideMaster" Target="slideMasters/slideMaster65.xml"/><Relationship Id="rId67" Type="http://schemas.openxmlformats.org/officeDocument/2006/relationships/slideMaster" Target="slideMasters/slideMaster66.xml"/><Relationship Id="rId68" Type="http://schemas.openxmlformats.org/officeDocument/2006/relationships/slideMaster" Target="slideMasters/slideMaster67.xml"/><Relationship Id="rId69" Type="http://schemas.openxmlformats.org/officeDocument/2006/relationships/slideMaster" Target="slideMasters/slideMaster68.xml"/><Relationship Id="rId70" Type="http://schemas.openxmlformats.org/officeDocument/2006/relationships/slideMaster" Target="slideMasters/slideMaster69.xml"/><Relationship Id="rId71" Type="http://schemas.openxmlformats.org/officeDocument/2006/relationships/slideMaster" Target="slideMasters/slideMaster70.xml"/><Relationship Id="rId72" Type="http://schemas.openxmlformats.org/officeDocument/2006/relationships/slideMaster" Target="slideMasters/slideMaster71.xml"/><Relationship Id="rId73" Type="http://schemas.openxmlformats.org/officeDocument/2006/relationships/slideMaster" Target="slideMasters/slideMaster72.xml"/><Relationship Id="rId74" Type="http://schemas.openxmlformats.org/officeDocument/2006/relationships/notesMaster" Target="notesMasters/notesMaster1.xml"/><Relationship Id="rId75" Type="http://schemas.openxmlformats.org/officeDocument/2006/relationships/slide" Target="slides/slide1.xml"/><Relationship Id="rId76" Type="http://schemas.openxmlformats.org/officeDocument/2006/relationships/slide" Target="slides/slide2.xml"/><Relationship Id="rId77" Type="http://schemas.openxmlformats.org/officeDocument/2006/relationships/slide" Target="slides/slide3.xml"/><Relationship Id="rId78" Type="http://schemas.openxmlformats.org/officeDocument/2006/relationships/slide" Target="slides/slide4.xml"/><Relationship Id="rId79" Type="http://schemas.openxmlformats.org/officeDocument/2006/relationships/slide" Target="slides/slide5.xml"/><Relationship Id="rId80" Type="http://schemas.openxmlformats.org/officeDocument/2006/relationships/slide" Target="slides/slide6.xml"/><Relationship Id="rId81" Type="http://schemas.openxmlformats.org/officeDocument/2006/relationships/slide" Target="slides/slide7.xml"/><Relationship Id="rId82" Type="http://schemas.openxmlformats.org/officeDocument/2006/relationships/slide" Target="slides/slide8.xml"/><Relationship Id="rId83" Type="http://schemas.openxmlformats.org/officeDocument/2006/relationships/slide" Target="slides/slide9.xml"/><Relationship Id="rId84" Type="http://schemas.openxmlformats.org/officeDocument/2006/relationships/slide" Target="slides/slide10.xml"/><Relationship Id="rId85" Type="http://schemas.openxmlformats.org/officeDocument/2006/relationships/slide" Target="slides/slide11.xml"/><Relationship Id="rId86" Type="http://schemas.openxmlformats.org/officeDocument/2006/relationships/slide" Target="slides/slide12.xml"/><Relationship Id="rId87" Type="http://schemas.openxmlformats.org/officeDocument/2006/relationships/slide" Target="slides/slide13.xml"/><Relationship Id="rId88" Type="http://schemas.openxmlformats.org/officeDocument/2006/relationships/slide" Target="slides/slide14.xml"/><Relationship Id="rId89" Type="http://schemas.openxmlformats.org/officeDocument/2006/relationships/slide" Target="slides/slide15.xml"/><Relationship Id="rId90" Type="http://schemas.openxmlformats.org/officeDocument/2006/relationships/slide" Target="slides/slide16.xml"/><Relationship Id="rId91" Type="http://schemas.openxmlformats.org/officeDocument/2006/relationships/slide" Target="slides/slide17.xml"/><Relationship Id="rId92" Type="http://schemas.openxmlformats.org/officeDocument/2006/relationships/slide" Target="slides/slide18.xml"/><Relationship Id="rId93" Type="http://schemas.openxmlformats.org/officeDocument/2006/relationships/slide" Target="slides/slide19.xml"/><Relationship Id="rId94" Type="http://schemas.openxmlformats.org/officeDocument/2006/relationships/slide" Target="slides/slide20.xml"/><Relationship Id="rId95" Type="http://schemas.openxmlformats.org/officeDocument/2006/relationships/slide" Target="slides/slide21.xml"/><Relationship Id="rId96" Type="http://schemas.openxmlformats.org/officeDocument/2006/relationships/slide" Target="slides/slide22.xml"/><Relationship Id="rId97" Type="http://schemas.openxmlformats.org/officeDocument/2006/relationships/slide" Target="slides/slide23.xml"/><Relationship Id="rId98" Type="http://schemas.openxmlformats.org/officeDocument/2006/relationships/slide" Target="slides/slide24.xml"/><Relationship Id="rId99" Type="http://schemas.openxmlformats.org/officeDocument/2006/relationships/slide" Target="slides/slide25.xml"/><Relationship Id="rId100" Type="http://schemas.openxmlformats.org/officeDocument/2006/relationships/slide" Target="slides/slide26.xml"/><Relationship Id="rId101" Type="http://schemas.openxmlformats.org/officeDocument/2006/relationships/slide" Target="slides/slide27.xml"/><Relationship Id="rId102" Type="http://schemas.openxmlformats.org/officeDocument/2006/relationships/slide" Target="slides/slide28.xml"/><Relationship Id="rId103" Type="http://schemas.openxmlformats.org/officeDocument/2006/relationships/slide" Target="slides/slide29.xml"/><Relationship Id="rId104" Type="http://schemas.openxmlformats.org/officeDocument/2006/relationships/slide" Target="slides/slide30.xml"/><Relationship Id="rId105" Type="http://schemas.openxmlformats.org/officeDocument/2006/relationships/slide" Target="slides/slide31.xml"/><Relationship Id="rId106" Type="http://schemas.openxmlformats.org/officeDocument/2006/relationships/slide" Target="slides/slide32.xml"/><Relationship Id="rId107" Type="http://schemas.openxmlformats.org/officeDocument/2006/relationships/slide" Target="slides/slide33.xml"/><Relationship Id="rId108" Type="http://schemas.openxmlformats.org/officeDocument/2006/relationships/slide" Target="slides/slide34.xml"/><Relationship Id="rId109" Type="http://schemas.openxmlformats.org/officeDocument/2006/relationships/slide" Target="slides/slide35.xml"/><Relationship Id="rId110" Type="http://schemas.openxmlformats.org/officeDocument/2006/relationships/slide" Target="slides/slide36.xml"/><Relationship Id="rId111" Type="http://schemas.openxmlformats.org/officeDocument/2006/relationships/slide" Target="slides/slide37.xml"/><Relationship Id="rId112" Type="http://schemas.openxmlformats.org/officeDocument/2006/relationships/slide" Target="slides/slide38.xml"/><Relationship Id="rId113" Type="http://schemas.openxmlformats.org/officeDocument/2006/relationships/slide" Target="slides/slide39.xml"/><Relationship Id="rId114" Type="http://schemas.openxmlformats.org/officeDocument/2006/relationships/slide" Target="slides/slide40.xml"/><Relationship Id="rId115" Type="http://schemas.openxmlformats.org/officeDocument/2006/relationships/slide" Target="slides/slide41.xml"/><Relationship Id="rId116" Type="http://schemas.openxmlformats.org/officeDocument/2006/relationships/slide" Target="slides/slide42.xml"/><Relationship Id="rId117" Type="http://schemas.openxmlformats.org/officeDocument/2006/relationships/slide" Target="slides/slide43.xml"/><Relationship Id="rId118" Type="http://schemas.openxmlformats.org/officeDocument/2006/relationships/slide" Target="slides/slide44.xml"/><Relationship Id="rId119" Type="http://schemas.openxmlformats.org/officeDocument/2006/relationships/slide" Target="slides/slide45.xml"/><Relationship Id="rId120" Type="http://schemas.openxmlformats.org/officeDocument/2006/relationships/slide" Target="slides/slide46.xml"/><Relationship Id="rId121" Type="http://schemas.openxmlformats.org/officeDocument/2006/relationships/slide" Target="slides/slide47.xml"/><Relationship Id="rId122" Type="http://schemas.openxmlformats.org/officeDocument/2006/relationships/slide" Target="slides/slide48.xml"/><Relationship Id="rId123" Type="http://schemas.openxmlformats.org/officeDocument/2006/relationships/slide" Target="slides/slide49.xml"/><Relationship Id="rId124" Type="http://schemas.openxmlformats.org/officeDocument/2006/relationships/slide" Target="slides/slide50.xml"/><Relationship Id="rId125" Type="http://schemas.openxmlformats.org/officeDocument/2006/relationships/slide" Target="slides/slide51.xml"/><Relationship Id="rId126" Type="http://schemas.openxmlformats.org/officeDocument/2006/relationships/slide" Target="slides/slide52.xml"/><Relationship Id="rId127" Type="http://schemas.openxmlformats.org/officeDocument/2006/relationships/slide" Target="slides/slide53.xml"/><Relationship Id="rId128" Type="http://schemas.openxmlformats.org/officeDocument/2006/relationships/slide" Target="slides/slide54.xml"/><Relationship Id="rId129" Type="http://schemas.openxmlformats.org/officeDocument/2006/relationships/slide" Target="slides/slide55.xml"/><Relationship Id="rId130" Type="http://schemas.openxmlformats.org/officeDocument/2006/relationships/slide" Target="slides/slide56.xml"/><Relationship Id="rId131" Type="http://schemas.openxmlformats.org/officeDocument/2006/relationships/slide" Target="slides/slide57.xml"/><Relationship Id="rId132" Type="http://schemas.openxmlformats.org/officeDocument/2006/relationships/slide" Target="slides/slide58.xml"/><Relationship Id="rId133" Type="http://schemas.openxmlformats.org/officeDocument/2006/relationships/slide" Target="slides/slide59.xml"/><Relationship Id="rId134" Type="http://schemas.openxmlformats.org/officeDocument/2006/relationships/slide" Target="slides/slide60.xml"/><Relationship Id="rId135" Type="http://schemas.openxmlformats.org/officeDocument/2006/relationships/slide" Target="slides/slide61.xml"/><Relationship Id="rId136" Type="http://schemas.openxmlformats.org/officeDocument/2006/relationships/slide" Target="slides/slide62.xml"/><Relationship Id="rId137" Type="http://schemas.openxmlformats.org/officeDocument/2006/relationships/slide" Target="slides/slide63.xml"/><Relationship Id="rId138" Type="http://schemas.openxmlformats.org/officeDocument/2006/relationships/slide" Target="slides/slide64.xml"/><Relationship Id="rId139" Type="http://schemas.openxmlformats.org/officeDocument/2006/relationships/slide" Target="slides/slide65.xml"/><Relationship Id="rId140" Type="http://schemas.openxmlformats.org/officeDocument/2006/relationships/slide" Target="slides/slide66.xml"/><Relationship Id="rId141" Type="http://schemas.openxmlformats.org/officeDocument/2006/relationships/slide" Target="slides/slide67.xml"/><Relationship Id="rId142" Type="http://schemas.openxmlformats.org/officeDocument/2006/relationships/slide" Target="slides/slide68.xml"/><Relationship Id="rId143" Type="http://schemas.openxmlformats.org/officeDocument/2006/relationships/slide" Target="slides/slide69.xml"/><Relationship Id="rId144" Type="http://schemas.openxmlformats.org/officeDocument/2006/relationships/slide" Target="slides/slide70.xml"/><Relationship Id="rId145" Type="http://schemas.openxmlformats.org/officeDocument/2006/relationships/slide" Target="slides/slide71.xml"/><Relationship Id="rId146" Type="http://schemas.openxmlformats.org/officeDocument/2006/relationships/slide" Target="slides/slide72.xml"/><Relationship Id="rId147" Type="http://schemas.openxmlformats.org/officeDocument/2006/relationships/slide" Target="slides/slide73.xml"/><Relationship Id="rId148" Type="http://schemas.openxmlformats.org/officeDocument/2006/relationships/slide" Target="slides/slide74.xml"/><Relationship Id="rId149" Type="http://schemas.openxmlformats.org/officeDocument/2006/relationships/slide" Target="slides/slide75.xml"/><Relationship Id="rId150" Type="http://schemas.openxmlformats.org/officeDocument/2006/relationships/slide" Target="slides/slide76.xml"/><Relationship Id="rId151" Type="http://schemas.openxmlformats.org/officeDocument/2006/relationships/slide" Target="slides/slide77.xml"/><Relationship Id="rId152" Type="http://schemas.openxmlformats.org/officeDocument/2006/relationships/slide" Target="slides/slide78.xml"/><Relationship Id="rId153" Type="http://schemas.openxmlformats.org/officeDocument/2006/relationships/slide" Target="slides/slide79.xml"/><Relationship Id="rId154" Type="http://schemas.openxmlformats.org/officeDocument/2006/relationships/slide" Target="slides/slide80.xml"/><Relationship Id="rId155" Type="http://schemas.openxmlformats.org/officeDocument/2006/relationships/slide" Target="slides/slide81.xml"/><Relationship Id="rId156" Type="http://schemas.openxmlformats.org/officeDocument/2006/relationships/slide" Target="slides/slide82.xml"/><Relationship Id="rId157" Type="http://schemas.openxmlformats.org/officeDocument/2006/relationships/slide" Target="slides/slide83.xml"/><Relationship Id="rId158" Type="http://schemas.openxmlformats.org/officeDocument/2006/relationships/slide" Target="slides/slide84.xml"/><Relationship Id="rId159" Type="http://schemas.openxmlformats.org/officeDocument/2006/relationships/slide" Target="slides/slide85.xml"/><Relationship Id="rId160" Type="http://schemas.openxmlformats.org/officeDocument/2006/relationships/slide" Target="slides/slide86.xml"/><Relationship Id="rId161" Type="http://schemas.openxmlformats.org/officeDocument/2006/relationships/slide" Target="slides/slide87.xml"/><Relationship Id="rId162" Type="http://schemas.openxmlformats.org/officeDocument/2006/relationships/slide" Target="slides/slide88.xml"/><Relationship Id="rId163"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Columna 1</c:v>
                </c:pt>
              </c:strCache>
            </c:strRef>
          </c:tx>
          <c:spPr>
            <a:solidFill>
              <a:srgbClr val="004586"/>
            </a:solidFill>
            <a:ln w="0">
              <a:noFill/>
            </a:ln>
          </c:spPr>
          <c:invertIfNegative val="0"/>
          <c:dLbls>
            <c:txPr>
              <a:bodyPr wrap="none"/>
              <a:lstStyle/>
              <a:p>
                <a:pPr>
                  <a:defRPr b="0" sz="1000" spc="-1" strike="noStrike">
                    <a:solidFill>
                      <a:srgbClr val="000000"/>
                    </a:solidFill>
                    <a:latin typeface="Arial"/>
                    <a:ea typeface="DejaVu Sans"/>
                  </a:defRPr>
                </a:pPr>
              </a:p>
            </c:txPr>
            <c:dLblPos val="outEnd"/>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Fila 1</c:v>
                </c:pt>
                <c:pt idx="1">
                  <c:v>Fila 2</c:v>
                </c:pt>
                <c:pt idx="2">
                  <c:v>Fila 3</c:v>
                </c:pt>
                <c:pt idx="3">
                  <c:v>Fila 4</c:v>
                </c:pt>
              </c:strCache>
            </c:strRef>
          </c:cat>
          <c:val>
            <c:numRef>
              <c:f>0</c:f>
              <c:numCache>
                <c:formatCode>General</c:formatCode>
                <c:ptCount val="4"/>
                <c:pt idx="0">
                  <c:v>9.1</c:v>
                </c:pt>
                <c:pt idx="1">
                  <c:v>2.4</c:v>
                </c:pt>
                <c:pt idx="2">
                  <c:v>3.1</c:v>
                </c:pt>
                <c:pt idx="3">
                  <c:v>4.3</c:v>
                </c:pt>
              </c:numCache>
            </c:numRef>
          </c:val>
        </c:ser>
        <c:ser>
          <c:idx val="1"/>
          <c:order val="1"/>
          <c:tx>
            <c:strRef>
              <c:f>label 1</c:f>
              <c:strCache>
                <c:ptCount val="1"/>
                <c:pt idx="0">
                  <c:v>Columna 2</c:v>
                </c:pt>
              </c:strCache>
            </c:strRef>
          </c:tx>
          <c:spPr>
            <a:solidFill>
              <a:srgbClr val="ff420e"/>
            </a:solidFill>
            <a:ln w="0">
              <a:noFill/>
            </a:ln>
          </c:spPr>
          <c:invertIfNegative val="0"/>
          <c:dLbls>
            <c:txPr>
              <a:bodyPr wrap="none"/>
              <a:lstStyle/>
              <a:p>
                <a:pPr>
                  <a:defRPr b="0" sz="1000" spc="-1" strike="noStrike">
                    <a:solidFill>
                      <a:srgbClr val="000000"/>
                    </a:solidFill>
                    <a:latin typeface="Arial"/>
                    <a:ea typeface="DejaVu Sans"/>
                  </a:defRPr>
                </a:pPr>
              </a:p>
            </c:txPr>
            <c:dLblPos val="outEnd"/>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Fila 1</c:v>
                </c:pt>
                <c:pt idx="1">
                  <c:v>Fila 2</c:v>
                </c:pt>
                <c:pt idx="2">
                  <c:v>Fila 3</c:v>
                </c:pt>
                <c:pt idx="3">
                  <c:v>Fila 4</c:v>
                </c:pt>
              </c:strCache>
            </c:strRef>
          </c:cat>
          <c:val>
            <c:numRef>
              <c:f>1</c:f>
              <c:numCache>
                <c:formatCode>General</c:formatCode>
                <c:ptCount val="4"/>
                <c:pt idx="0">
                  <c:v>3.2</c:v>
                </c:pt>
                <c:pt idx="1">
                  <c:v>8.8</c:v>
                </c:pt>
                <c:pt idx="2">
                  <c:v>1.5</c:v>
                </c:pt>
                <c:pt idx="3">
                  <c:v>9.02</c:v>
                </c:pt>
              </c:numCache>
            </c:numRef>
          </c:val>
        </c:ser>
        <c:ser>
          <c:idx val="2"/>
          <c:order val="2"/>
          <c:tx>
            <c:strRef>
              <c:f>label 2</c:f>
              <c:strCache>
                <c:ptCount val="1"/>
                <c:pt idx="0">
                  <c:v>Columna 3</c:v>
                </c:pt>
              </c:strCache>
            </c:strRef>
          </c:tx>
          <c:spPr>
            <a:solidFill>
              <a:srgbClr val="ffd320"/>
            </a:solidFill>
            <a:ln w="0">
              <a:noFill/>
            </a:ln>
          </c:spPr>
          <c:invertIfNegative val="0"/>
          <c:dLbls>
            <c:txPr>
              <a:bodyPr wrap="none"/>
              <a:lstStyle/>
              <a:p>
                <a:pPr>
                  <a:defRPr b="0" sz="1000" spc="-1" strike="noStrike">
                    <a:solidFill>
                      <a:srgbClr val="000000"/>
                    </a:solidFill>
                    <a:latin typeface="Arial"/>
                    <a:ea typeface="DejaVu Sans"/>
                  </a:defRPr>
                </a:pPr>
              </a:p>
            </c:txPr>
            <c:dLblPos val="outEnd"/>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Fila 1</c:v>
                </c:pt>
                <c:pt idx="1">
                  <c:v>Fila 2</c:v>
                </c:pt>
                <c:pt idx="2">
                  <c:v>Fila 3</c:v>
                </c:pt>
                <c:pt idx="3">
                  <c:v>Fila 4</c:v>
                </c:pt>
              </c:strCache>
            </c:strRef>
          </c:cat>
          <c:val>
            <c:numRef>
              <c:f>2</c:f>
              <c:numCache>
                <c:formatCode>General</c:formatCode>
                <c:ptCount val="4"/>
                <c:pt idx="0">
                  <c:v>4.54</c:v>
                </c:pt>
                <c:pt idx="1">
                  <c:v>9.65</c:v>
                </c:pt>
                <c:pt idx="2">
                  <c:v>3.7</c:v>
                </c:pt>
                <c:pt idx="3">
                  <c:v>6.2</c:v>
                </c:pt>
              </c:numCache>
            </c:numRef>
          </c:val>
        </c:ser>
        <c:gapWidth val="100"/>
        <c:overlap val="0"/>
        <c:axId val="99628806"/>
        <c:axId val="46642772"/>
      </c:barChart>
      <c:catAx>
        <c:axId val="99628806"/>
        <c:scaling>
          <c:orientation val="minMax"/>
        </c:scaling>
        <c:delete val="0"/>
        <c:axPos val="b"/>
        <c:numFmt formatCode="[$-80A]dd/mm/yyyy" sourceLinked="0"/>
        <c:majorTickMark val="out"/>
        <c:minorTickMark val="none"/>
        <c:tickLblPos val="nextTo"/>
        <c:spPr>
          <a:ln w="0">
            <a:solidFill>
              <a:srgbClr val="b3b3b3"/>
            </a:solidFill>
          </a:ln>
        </c:spPr>
        <c:txPr>
          <a:bodyPr/>
          <a:lstStyle/>
          <a:p>
            <a:pPr>
              <a:defRPr b="0" sz="1000" spc="-1" strike="noStrike">
                <a:solidFill>
                  <a:srgbClr val="000000"/>
                </a:solidFill>
                <a:latin typeface="Arial"/>
                <a:ea typeface="DejaVu Sans"/>
              </a:defRPr>
            </a:pPr>
          </a:p>
        </c:txPr>
        <c:crossAx val="46642772"/>
        <c:crosses val="autoZero"/>
        <c:auto val="1"/>
        <c:lblAlgn val="ctr"/>
        <c:lblOffset val="100"/>
        <c:noMultiLvlLbl val="0"/>
      </c:catAx>
      <c:valAx>
        <c:axId val="46642772"/>
        <c:scaling>
          <c:orientation val="minMax"/>
        </c:scaling>
        <c:delete val="0"/>
        <c:axPos val="l"/>
        <c:majorGridlines>
          <c:spPr>
            <a:ln w="0">
              <a:solidFill>
                <a:srgbClr val="b3b3b3"/>
              </a:solidFill>
            </a:ln>
          </c:spPr>
        </c:majorGridlines>
        <c:numFmt formatCode="General" sourceLinked="0"/>
        <c:majorTickMark val="out"/>
        <c:minorTickMark val="none"/>
        <c:tickLblPos val="nextTo"/>
        <c:spPr>
          <a:ln w="0">
            <a:solidFill>
              <a:srgbClr val="b3b3b3"/>
            </a:solidFill>
          </a:ln>
        </c:spPr>
        <c:txPr>
          <a:bodyPr/>
          <a:lstStyle/>
          <a:p>
            <a:pPr>
              <a:defRPr b="0" sz="1000" spc="-1" strike="noStrike">
                <a:solidFill>
                  <a:srgbClr val="000000"/>
                </a:solidFill>
                <a:latin typeface="Arial"/>
                <a:ea typeface="DejaVu Sans"/>
              </a:defRPr>
            </a:pPr>
          </a:p>
        </c:txPr>
        <c:crossAx val="99628806"/>
        <c:crosses val="autoZero"/>
        <c:crossBetween val="between"/>
      </c:valAx>
      <c:spPr>
        <a:noFill/>
        <a:ln w="0">
          <a:solidFill>
            <a:srgbClr val="b3b3b3"/>
          </a:solidFill>
        </a:ln>
      </c:spPr>
    </c:plotArea>
    <c:legend>
      <c:legendPos val="r"/>
      <c:overlay val="0"/>
      <c:spPr>
        <a:noFill/>
        <a:ln w="0">
          <a:noFill/>
        </a:ln>
      </c:spPr>
      <c:txPr>
        <a:bodyPr/>
        <a:lstStyle/>
        <a:p>
          <a:pPr>
            <a:defRPr b="0" sz="1000" spc="-1" strike="noStrike">
              <a:solidFill>
                <a:srgbClr val="000000"/>
              </a:solidFill>
              <a:latin typeface="Arial"/>
              <a:ea typeface="DejaVu Sans"/>
            </a:defRPr>
          </a:pPr>
        </a:p>
      </c:txPr>
    </c:legend>
    <c:plotVisOnly val="1"/>
    <c:dispBlanksAs val="gap"/>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7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s-MX" sz="4400" spc="-1" strike="noStrike">
                <a:solidFill>
                  <a:srgbClr val="000000"/>
                </a:solidFill>
                <a:latin typeface="Arial"/>
              </a:rPr>
              <a:t>Pulse para desplazar la diapositiva</a:t>
            </a:r>
            <a:endParaRPr b="0" lang="es-MX" sz="4400" spc="-1" strike="noStrike">
              <a:solidFill>
                <a:srgbClr val="000000"/>
              </a:solidFill>
              <a:latin typeface="Arial"/>
            </a:endParaRPr>
          </a:p>
        </p:txBody>
      </p:sp>
      <p:sp>
        <p:nvSpPr>
          <p:cNvPr id="59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s-MX" sz="2000" spc="-1" strike="noStrike">
                <a:solidFill>
                  <a:srgbClr val="000000"/>
                </a:solidFill>
                <a:latin typeface="Arial"/>
              </a:rPr>
              <a:t>Pulse para editar el formato de las notas</a:t>
            </a:r>
            <a:endParaRPr b="0" lang="es-MX" sz="2000" spc="-1" strike="noStrike">
              <a:solidFill>
                <a:srgbClr val="000000"/>
              </a:solidFill>
              <a:latin typeface="Arial"/>
            </a:endParaRPr>
          </a:p>
        </p:txBody>
      </p:sp>
      <p:sp>
        <p:nvSpPr>
          <p:cNvPr id="59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MX" sz="1400" spc="-1" strike="noStrike">
                <a:solidFill>
                  <a:srgbClr val="000000"/>
                </a:solidFill>
                <a:latin typeface="Times New Roman"/>
              </a:rPr>
              <a:t>&lt;cabecera&gt;</a:t>
            </a:r>
            <a:endParaRPr b="0" lang="es-MX" sz="1400" spc="-1" strike="noStrike">
              <a:solidFill>
                <a:srgbClr val="000000"/>
              </a:solidFill>
              <a:latin typeface="Times New Roman"/>
            </a:endParaRPr>
          </a:p>
        </p:txBody>
      </p:sp>
      <p:sp>
        <p:nvSpPr>
          <p:cNvPr id="598" name="PlaceHolder 4"/>
          <p:cNvSpPr>
            <a:spLocks noGrp="1"/>
          </p:cNvSpPr>
          <p:nvPr>
            <p:ph type="dt" idx="217"/>
          </p:nvPr>
        </p:nvSpPr>
        <p:spPr>
          <a:xfrm>
            <a:off x="4278960" y="0"/>
            <a:ext cx="3280680" cy="534240"/>
          </a:xfrm>
          <a:prstGeom prst="rect">
            <a:avLst/>
          </a:prstGeom>
          <a:noFill/>
          <a:ln w="0">
            <a:noFill/>
          </a:ln>
        </p:spPr>
        <p:txBody>
          <a:bodyPr lIns="0" rIns="0" tIns="0" bIns="0" anchor="t">
            <a:noAutofit/>
          </a:bodyPr>
          <a:lstStyle>
            <a:lvl1pPr indent="0" algn="r">
              <a:buNone/>
              <a:defRPr b="0" lang="es-MX" sz="1400" spc="-1" strike="noStrike">
                <a:solidFill>
                  <a:srgbClr val="000000"/>
                </a:solidFill>
                <a:latin typeface="Times New Roman"/>
              </a:defRPr>
            </a:lvl1pPr>
          </a:lstStyle>
          <a:p>
            <a:pPr indent="0" algn="r">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
        <p:nvSpPr>
          <p:cNvPr id="599" name="PlaceHolder 5"/>
          <p:cNvSpPr>
            <a:spLocks noGrp="1"/>
          </p:cNvSpPr>
          <p:nvPr>
            <p:ph type="ftr" idx="218"/>
          </p:nvPr>
        </p:nvSpPr>
        <p:spPr>
          <a:xfrm>
            <a:off x="0" y="10157400"/>
            <a:ext cx="3280680" cy="534240"/>
          </a:xfrm>
          <a:prstGeom prst="rect">
            <a:avLst/>
          </a:prstGeom>
          <a:noFill/>
          <a:ln w="0">
            <a:noFill/>
          </a:ln>
        </p:spPr>
        <p:txBody>
          <a:bodyPr lIns="0" rIns="0" tIns="0" bIns="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600" name="PlaceHolder 6"/>
          <p:cNvSpPr>
            <a:spLocks noGrp="1"/>
          </p:cNvSpPr>
          <p:nvPr>
            <p:ph type="sldNum" idx="219"/>
          </p:nvPr>
        </p:nvSpPr>
        <p:spPr>
          <a:xfrm>
            <a:off x="4278960" y="10157400"/>
            <a:ext cx="3280680" cy="534240"/>
          </a:xfrm>
          <a:prstGeom prst="rect">
            <a:avLst/>
          </a:prstGeom>
          <a:noFill/>
          <a:ln w="0">
            <a:noFill/>
          </a:ln>
        </p:spPr>
        <p:txBody>
          <a:bodyPr lIns="0" rIns="0" tIns="0" bIns="0" anchor="b">
            <a:noAutofit/>
          </a:bodyPr>
          <a:lstStyle>
            <a:lvl1pPr indent="0" algn="r">
              <a:buNone/>
              <a:defRPr b="0" lang="es-MX" sz="1400" spc="-1" strike="noStrike">
                <a:solidFill>
                  <a:srgbClr val="000000"/>
                </a:solidFill>
                <a:latin typeface="Times New Roman"/>
              </a:defRPr>
            </a:lvl1pPr>
          </a:lstStyle>
          <a:p>
            <a:pPr indent="0" algn="r">
              <a:buNone/>
            </a:pPr>
            <a:fld id="{4DEEA201-C75A-4D87-8597-1345FF6734E8}" type="slidenum">
              <a:rPr b="0" lang="es-MX" sz="1400" spc="-1" strike="noStrike">
                <a:solidFill>
                  <a:srgbClr val="000000"/>
                </a:solidFill>
                <a:latin typeface="Times New Roman"/>
              </a:rPr>
              <a:t>&lt;número&gt;</a:t>
            </a:fld>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hyperlink" Target="https://es.wikipedia.org/wiki/Estad&#237;stica" TargetMode="External"/><Relationship Id="rId2" Type="http://schemas.openxmlformats.org/officeDocument/2006/relationships/hyperlink" Target="https://es.wikipedia.org/wiki/Azar" TargetMode="External"/><Relationship Id="rId3" Type="http://schemas.openxmlformats.org/officeDocument/2006/relationships/hyperlink" Target="https://es.wikipedia.org/wiki/Coeficiente_kappa_de_Cohen#cite_note-4" TargetMode="External"/><Relationship Id="rId4" Type="http://schemas.openxmlformats.org/officeDocument/2006/relationships/hyperlink" Target="https://es.wikipedia.org/wiki/Coeficiente_kappa_de_Cohen#cite_note-5" TargetMode="External"/><Relationship Id="rId5" Type="http://schemas.openxmlformats.org/officeDocument/2006/relationships/slide" Target="../slides/slide55.xml"/><Relationship Id="rId6"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hyperlink" Target="https://es.wikipedia.org/wiki/Modelo_estad&#237;stico" TargetMode="External"/><Relationship Id="rId2" Type="http://schemas.openxmlformats.org/officeDocument/2006/relationships/slide" Target="../slides/slide71.xml"/><Relationship Id="rId3"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9" name="PlaceHolder 1"/>
          <p:cNvSpPr>
            <a:spLocks noGrp="1"/>
          </p:cNvSpPr>
          <p:nvPr>
            <p:ph type="sldImg"/>
          </p:nvPr>
        </p:nvSpPr>
        <p:spPr>
          <a:xfrm>
            <a:off x="1143000" y="685800"/>
            <a:ext cx="4569840" cy="3426840"/>
          </a:xfrm>
          <a:prstGeom prst="rect">
            <a:avLst/>
          </a:prstGeom>
          <a:ln w="0">
            <a:noFill/>
          </a:ln>
        </p:spPr>
      </p:sp>
      <p:sp>
        <p:nvSpPr>
          <p:cNvPr id="1190"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28600" indent="-228600" algn="just">
              <a:lnSpc>
                <a:spcPct val="100000"/>
              </a:lnSpc>
              <a:buClr>
                <a:srgbClr val="000000"/>
              </a:buClr>
              <a:buFont typeface="+mj-lt"/>
              <a:buAutoNum type="arabicPeriod"/>
            </a:pPr>
            <a:r>
              <a:rPr b="0" lang="es-MX" sz="2000" spc="-1" strike="noStrike">
                <a:solidFill>
                  <a:srgbClr val="000000"/>
                </a:solidFill>
                <a:latin typeface="Arial"/>
              </a:rPr>
              <a:t>El proceso de modelar nichos y distribuciones es complejo y en el camino se deben tomar muchas decisiones para obtener resultados que tengan sentido y puedan ser utilizados con cierta confianza.</a:t>
            </a:r>
            <a:endParaRPr b="0" lang="es-MX" sz="2000" spc="-1" strike="noStrike">
              <a:solidFill>
                <a:srgbClr val="000000"/>
              </a:solidFill>
              <a:latin typeface="Arial"/>
            </a:endParaRPr>
          </a:p>
          <a:p>
            <a:pPr marL="228600" indent="-228600" algn="just">
              <a:lnSpc>
                <a:spcPct val="100000"/>
              </a:lnSpc>
              <a:buClr>
                <a:srgbClr val="000000"/>
              </a:buClr>
              <a:buFont typeface="+mj-lt"/>
              <a:buAutoNum type="arabicPeriod"/>
            </a:pPr>
            <a:r>
              <a:rPr b="0" lang="es-MX" sz="2000" spc="-1" strike="noStrike">
                <a:solidFill>
                  <a:srgbClr val="000000"/>
                </a:solidFill>
                <a:latin typeface="Arial"/>
              </a:rPr>
              <a:t>No entraré en detalles en esta charla, sólo quiero enfatizar con esta diapositiva y que le echen un ojo a todas estas consideraciones y reflexiones que debemos hacer en cada etapa del modelado de nichos.</a:t>
            </a:r>
            <a:endParaRPr b="0" lang="es-MX" sz="2000" spc="-1" strike="noStrike">
              <a:solidFill>
                <a:srgbClr val="000000"/>
              </a:solidFill>
              <a:latin typeface="Arial"/>
            </a:endParaRPr>
          </a:p>
          <a:p>
            <a:pPr marL="228600" indent="-228600" algn="just">
              <a:lnSpc>
                <a:spcPct val="100000"/>
              </a:lnSpc>
              <a:buClr>
                <a:srgbClr val="000000"/>
              </a:buClr>
              <a:buFont typeface="+mj-lt"/>
              <a:buAutoNum type="arabicPeriod"/>
            </a:pPr>
            <a:r>
              <a:rPr b="0" lang="es-MX" sz="2000" spc="-1" strike="noStrike">
                <a:solidFill>
                  <a:srgbClr val="000000"/>
                </a:solidFill>
                <a:latin typeface="Arial"/>
              </a:rPr>
              <a:t>Desde el tratamiento de los insumos, la calibración de los modelos, la evaluación de los modelos y si así se desea la transferencia de estos modelos.</a:t>
            </a:r>
            <a:endParaRPr b="0" lang="es-MX" sz="2000" spc="-1" strike="noStrike">
              <a:solidFill>
                <a:srgbClr val="000000"/>
              </a:solidFill>
              <a:latin typeface="Arial"/>
            </a:endParaRPr>
          </a:p>
          <a:p>
            <a:pPr indent="0" algn="just">
              <a:lnSpc>
                <a:spcPct val="100000"/>
              </a:lnSpc>
              <a:buNone/>
            </a:pPr>
            <a:endParaRPr b="0" lang="es-MX" sz="2000" spc="-1" strike="noStrike">
              <a:solidFill>
                <a:srgbClr val="000000"/>
              </a:solidFill>
              <a:latin typeface="Arial"/>
            </a:endParaRPr>
          </a:p>
          <a:p>
            <a:pPr indent="0" algn="just">
              <a:lnSpc>
                <a:spcPct val="100000"/>
              </a:lnSpc>
              <a:buNone/>
            </a:pPr>
            <a:endParaRPr b="0" lang="es-MX" sz="20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1" name="PlaceHolder 1"/>
          <p:cNvSpPr>
            <a:spLocks noGrp="1"/>
          </p:cNvSpPr>
          <p:nvPr>
            <p:ph type="sldImg"/>
          </p:nvPr>
        </p:nvSpPr>
        <p:spPr>
          <a:xfrm>
            <a:off x="1143000" y="685800"/>
            <a:ext cx="4569840" cy="3426840"/>
          </a:xfrm>
          <a:prstGeom prst="rect">
            <a:avLst/>
          </a:prstGeom>
          <a:ln w="0">
            <a:noFill/>
          </a:ln>
        </p:spPr>
      </p:sp>
      <p:sp>
        <p:nvSpPr>
          <p:cNvPr id="1192"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MX" sz="2000" spc="-1" strike="noStrike">
                <a:solidFill>
                  <a:srgbClr val="000000"/>
                </a:solidFill>
                <a:latin typeface="Arial"/>
              </a:rPr>
              <a:t>Puntos amarillos – Datos de calibración. </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Diagrama de dispersión podemos determinar el tipo de relación entre dos variables cuantitativas: Y = abundancia, probabilidad o favorabilidad, X = por ej Temperatura </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Modelo debe pasar por el centro de gravedad de la nube de puntos</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Para esto utilizaremos el método de mínimos cuadrados. Este método consiste en minimizarla suma de los cuadrados de los errores:</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Es decir, la suma de los cuadrados de las diferencias entre los valores reales observados (yi) y los valores estimados ( ˆi y ).</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p:txBody>
      </p:sp>
      <p:sp>
        <p:nvSpPr>
          <p:cNvPr id="1193" name="PlaceHolder 3"/>
          <p:cNvSpPr>
            <a:spLocks noGrp="1"/>
          </p:cNvSpPr>
          <p:nvPr>
            <p:ph type="sldNum" idx="220"/>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8B66CD12-A2C4-4026-A075-83F7C00CEBDC}"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4" name="PlaceHolder 1"/>
          <p:cNvSpPr>
            <a:spLocks noGrp="1"/>
          </p:cNvSpPr>
          <p:nvPr>
            <p:ph type="sldImg"/>
          </p:nvPr>
        </p:nvSpPr>
        <p:spPr>
          <a:xfrm>
            <a:off x="1143000" y="685800"/>
            <a:ext cx="4569840" cy="3426840"/>
          </a:xfrm>
          <a:prstGeom prst="rect">
            <a:avLst/>
          </a:prstGeom>
          <a:ln w="0">
            <a:noFill/>
          </a:ln>
        </p:spPr>
      </p:sp>
      <p:sp>
        <p:nvSpPr>
          <p:cNvPr id="1195"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MX" sz="2000" spc="-1" strike="noStrike">
                <a:solidFill>
                  <a:srgbClr val="000000"/>
                </a:solidFill>
                <a:latin typeface="Arial"/>
              </a:rPr>
              <a:t>Coeficiente de correlación – es una medida numérica que permite medir el grado de asociación lineal entre dos variables cuantitativas (fuerza de la asociación y la dirección – i.e. positiva o negativa)</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Rho = Sxy (covarianza entre las variables X y Y) / SxSy (DesvEst de X por DesvEst de Y)  </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Y (variable dependiente), a (intercepto al origen), b (pendiente), X (variable independiente) --- la pendiente mide el cambio en Y por un cambio en una unidad en X</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Y – Y (estimada) = error</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p:txBody>
      </p:sp>
      <p:sp>
        <p:nvSpPr>
          <p:cNvPr id="1196" name="PlaceHolder 3"/>
          <p:cNvSpPr>
            <a:spLocks noGrp="1"/>
          </p:cNvSpPr>
          <p:nvPr>
            <p:ph type="sldNum" idx="221"/>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B3C02B2B-8AA2-4183-AF00-7555DA062B8C}"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7" name="PlaceHolder 1"/>
          <p:cNvSpPr>
            <a:spLocks noGrp="1"/>
          </p:cNvSpPr>
          <p:nvPr>
            <p:ph type="sldImg"/>
          </p:nvPr>
        </p:nvSpPr>
        <p:spPr>
          <a:xfrm>
            <a:off x="1143000" y="685800"/>
            <a:ext cx="4569840" cy="3426840"/>
          </a:xfrm>
          <a:prstGeom prst="rect">
            <a:avLst/>
          </a:prstGeom>
          <a:ln w="0">
            <a:noFill/>
          </a:ln>
        </p:spPr>
      </p:sp>
      <p:sp>
        <p:nvSpPr>
          <p:cNvPr id="1198"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MX" sz="2000" spc="-1" strike="noStrike">
                <a:solidFill>
                  <a:srgbClr val="000000"/>
                </a:solidFill>
                <a:latin typeface="Arial"/>
              </a:rPr>
              <a:t>Puntos amarillos – Datos de calibración </a:t>
            </a:r>
            <a:endParaRPr b="0" lang="es-MX" sz="2000" spc="-1" strike="noStrike">
              <a:solidFill>
                <a:srgbClr val="000000"/>
              </a:solidFill>
              <a:latin typeface="Arial"/>
            </a:endParaRPr>
          </a:p>
        </p:txBody>
      </p:sp>
      <p:sp>
        <p:nvSpPr>
          <p:cNvPr id="1199" name="PlaceHolder 3"/>
          <p:cNvSpPr>
            <a:spLocks noGrp="1"/>
          </p:cNvSpPr>
          <p:nvPr>
            <p:ph type="sldNum" idx="222"/>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27CEBC8E-051F-4BD7-967F-EA70A199C465}"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0" name="PlaceHolder 1"/>
          <p:cNvSpPr>
            <a:spLocks noGrp="1"/>
          </p:cNvSpPr>
          <p:nvPr>
            <p:ph type="sldImg"/>
          </p:nvPr>
        </p:nvSpPr>
        <p:spPr>
          <a:xfrm>
            <a:off x="1143000" y="685800"/>
            <a:ext cx="4569840" cy="3426840"/>
          </a:xfrm>
          <a:prstGeom prst="rect">
            <a:avLst/>
          </a:prstGeom>
          <a:ln w="0">
            <a:noFill/>
          </a:ln>
        </p:spPr>
      </p:sp>
      <p:sp>
        <p:nvSpPr>
          <p:cNvPr id="1201"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MX" sz="2000" spc="-1" strike="noStrike">
                <a:solidFill>
                  <a:srgbClr val="000000"/>
                </a:solidFill>
                <a:latin typeface="Arial"/>
              </a:rPr>
              <a:t>Puntos amarillos – Datos de calibración </a:t>
            </a:r>
            <a:endParaRPr b="0" lang="es-MX" sz="2000" spc="-1" strike="noStrike">
              <a:solidFill>
                <a:srgbClr val="000000"/>
              </a:solidFill>
              <a:latin typeface="Arial"/>
            </a:endParaRPr>
          </a:p>
        </p:txBody>
      </p:sp>
      <p:sp>
        <p:nvSpPr>
          <p:cNvPr id="1202" name="PlaceHolder 3"/>
          <p:cNvSpPr>
            <a:spLocks noGrp="1"/>
          </p:cNvSpPr>
          <p:nvPr>
            <p:ph type="sldNum" idx="223"/>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192E8E98-6215-444F-908A-D2AEC7BC765F}"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3" name="PlaceHolder 1"/>
          <p:cNvSpPr>
            <a:spLocks noGrp="1"/>
          </p:cNvSpPr>
          <p:nvPr>
            <p:ph type="sldImg"/>
          </p:nvPr>
        </p:nvSpPr>
        <p:spPr>
          <a:xfrm>
            <a:off x="1143000" y="685800"/>
            <a:ext cx="4569840" cy="3426840"/>
          </a:xfrm>
          <a:prstGeom prst="rect">
            <a:avLst/>
          </a:prstGeom>
          <a:ln w="0">
            <a:noFill/>
          </a:ln>
        </p:spPr>
      </p:sp>
      <p:sp>
        <p:nvSpPr>
          <p:cNvPr id="1204"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MX" sz="2000" spc="-1" strike="noStrike">
                <a:solidFill>
                  <a:srgbClr val="000000"/>
                </a:solidFill>
                <a:latin typeface="Arial"/>
              </a:rPr>
              <a:t>Ejemplo del jaguar en los desiertos de México </a:t>
            </a:r>
            <a:r>
              <a:rPr b="0" lang="es-MX" sz="2000" spc="-1" strike="noStrike">
                <a:solidFill>
                  <a:srgbClr val="000000"/>
                </a:solidFill>
                <a:latin typeface="Wingdings"/>
              </a:rPr>
              <a:t></a:t>
            </a:r>
            <a:r>
              <a:rPr b="0" lang="es-MX" sz="2000" spc="-1" strike="noStrike">
                <a:solidFill>
                  <a:srgbClr val="000000"/>
                </a:solidFill>
                <a:latin typeface="Times New Roman"/>
              </a:rPr>
              <a:t> registros oportunísticos </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Times New Roman"/>
              </a:rPr>
              <a:t>Si mis datos rojos fueran fotos madres jaguares con sus hijos</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p:txBody>
      </p:sp>
      <p:sp>
        <p:nvSpPr>
          <p:cNvPr id="1205" name="PlaceHolder 3"/>
          <p:cNvSpPr>
            <a:spLocks noGrp="1"/>
          </p:cNvSpPr>
          <p:nvPr>
            <p:ph type="sldNum" idx="224"/>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8887794C-59F5-4E4A-A015-7F7229A958C5}"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6" name="PlaceHolder 1"/>
          <p:cNvSpPr>
            <a:spLocks noGrp="1"/>
          </p:cNvSpPr>
          <p:nvPr>
            <p:ph type="sldImg"/>
          </p:nvPr>
        </p:nvSpPr>
        <p:spPr>
          <a:xfrm>
            <a:off x="1143000" y="685800"/>
            <a:ext cx="4569840" cy="3426840"/>
          </a:xfrm>
          <a:prstGeom prst="rect">
            <a:avLst/>
          </a:prstGeom>
          <a:ln w="0">
            <a:noFill/>
          </a:ln>
        </p:spPr>
      </p:sp>
      <p:sp>
        <p:nvSpPr>
          <p:cNvPr id="1207"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MX" sz="2000" spc="-1" strike="noStrike">
                <a:solidFill>
                  <a:srgbClr val="000000"/>
                </a:solidFill>
                <a:latin typeface="Arial"/>
              </a:rPr>
              <a:t>Recuerden que muchos métodos son frecuentistas – trabajan con la proporción de puntos en los ambientes.</a:t>
            </a:r>
            <a:endParaRPr b="0" lang="es-MX" sz="2000" spc="-1" strike="noStrike">
              <a:solidFill>
                <a:srgbClr val="000000"/>
              </a:solidFill>
              <a:latin typeface="Arial"/>
            </a:endParaRPr>
          </a:p>
        </p:txBody>
      </p:sp>
      <p:sp>
        <p:nvSpPr>
          <p:cNvPr id="1208" name="PlaceHolder 3"/>
          <p:cNvSpPr>
            <a:spLocks noGrp="1"/>
          </p:cNvSpPr>
          <p:nvPr>
            <p:ph type="sldNum" idx="225"/>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9F65DE8A-5963-4656-882F-AFAB9B42A14F}"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9" name="PlaceHolder 1"/>
          <p:cNvSpPr>
            <a:spLocks noGrp="1"/>
          </p:cNvSpPr>
          <p:nvPr>
            <p:ph type="sldImg"/>
          </p:nvPr>
        </p:nvSpPr>
        <p:spPr>
          <a:xfrm>
            <a:off x="1143000" y="685800"/>
            <a:ext cx="4569840" cy="3426840"/>
          </a:xfrm>
          <a:prstGeom prst="rect">
            <a:avLst/>
          </a:prstGeom>
          <a:ln w="0">
            <a:noFill/>
          </a:ln>
        </p:spPr>
      </p:sp>
      <p:sp>
        <p:nvSpPr>
          <p:cNvPr id="1210"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MX" sz="1200" spc="-1" strike="noStrike">
                <a:solidFill>
                  <a:srgbClr val="000000"/>
                </a:solidFill>
                <a:latin typeface="+mn-lt"/>
                <a:ea typeface="+mn-ea"/>
              </a:rPr>
              <a:t>Sensibilidad = porcentaje de puntos de presencia bien predichos</a:t>
            </a:r>
            <a:endParaRPr b="0" lang="es-MX" sz="1200" spc="-1" strike="noStrike">
              <a:solidFill>
                <a:srgbClr val="000000"/>
              </a:solidFill>
              <a:latin typeface="Arial"/>
            </a:endParaRPr>
          </a:p>
          <a:p>
            <a:pPr marL="216000" indent="-216000">
              <a:lnSpc>
                <a:spcPct val="100000"/>
              </a:lnSpc>
              <a:buNone/>
              <a:tabLst>
                <a:tab algn="l" pos="0"/>
              </a:tabLst>
            </a:pPr>
            <a:r>
              <a:rPr b="0" lang="es-MX" sz="1200" spc="-1" strike="noStrike">
                <a:solidFill>
                  <a:srgbClr val="000000"/>
                </a:solidFill>
                <a:latin typeface="+mn-lt"/>
                <a:ea typeface="+mn-ea"/>
              </a:rPr>
              <a:t>Especificidad = porcentaje de punto de ausencia bien predichos</a:t>
            </a:r>
            <a:endParaRPr b="0" lang="es-MX" sz="1200" spc="-1" strike="noStrike">
              <a:solidFill>
                <a:srgbClr val="000000"/>
              </a:solidFill>
              <a:latin typeface="Arial"/>
            </a:endParaRPr>
          </a:p>
          <a:p>
            <a:pPr marL="216000" indent="-216000">
              <a:lnSpc>
                <a:spcPct val="100000"/>
              </a:lnSpc>
              <a:buNone/>
              <a:tabLst>
                <a:tab algn="l" pos="0"/>
              </a:tabLst>
            </a:pPr>
            <a:endParaRPr b="0" lang="es-MX" sz="1200" spc="-1" strike="noStrike">
              <a:solidFill>
                <a:srgbClr val="000000"/>
              </a:solidFill>
              <a:latin typeface="Arial"/>
            </a:endParaRPr>
          </a:p>
        </p:txBody>
      </p:sp>
      <p:sp>
        <p:nvSpPr>
          <p:cNvPr id="1211" name="PlaceHolder 3"/>
          <p:cNvSpPr>
            <a:spLocks noGrp="1"/>
          </p:cNvSpPr>
          <p:nvPr>
            <p:ph type="sldNum" idx="226"/>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F38626CC-873E-4337-9DF3-A10554B00132}"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2" name="PlaceHolder 1"/>
          <p:cNvSpPr>
            <a:spLocks noGrp="1"/>
          </p:cNvSpPr>
          <p:nvPr>
            <p:ph type="sldImg"/>
          </p:nvPr>
        </p:nvSpPr>
        <p:spPr>
          <a:xfrm>
            <a:off x="1143000" y="685800"/>
            <a:ext cx="4569840" cy="3426840"/>
          </a:xfrm>
          <a:prstGeom prst="rect">
            <a:avLst/>
          </a:prstGeom>
          <a:ln w="0">
            <a:noFill/>
          </a:ln>
        </p:spPr>
      </p:sp>
      <p:sp>
        <p:nvSpPr>
          <p:cNvPr id="1213"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MX" sz="1200" spc="-1" strike="noStrike">
                <a:solidFill>
                  <a:srgbClr val="000000"/>
                </a:solidFill>
                <a:latin typeface="+mn-lt"/>
                <a:ea typeface="+mn-ea"/>
              </a:rPr>
              <a:t>Sensibilidad = porcentaje de puntos de presencia bien predichos</a:t>
            </a:r>
            <a:endParaRPr b="0" lang="es-MX" sz="1200" spc="-1" strike="noStrike">
              <a:solidFill>
                <a:srgbClr val="000000"/>
              </a:solidFill>
              <a:latin typeface="Arial"/>
            </a:endParaRPr>
          </a:p>
          <a:p>
            <a:pPr marL="216000" indent="-216000">
              <a:lnSpc>
                <a:spcPct val="100000"/>
              </a:lnSpc>
              <a:buNone/>
              <a:tabLst>
                <a:tab algn="l" pos="0"/>
              </a:tabLst>
            </a:pPr>
            <a:r>
              <a:rPr b="0" lang="es-MX" sz="1200" spc="-1" strike="noStrike">
                <a:solidFill>
                  <a:srgbClr val="000000"/>
                </a:solidFill>
                <a:latin typeface="+mn-lt"/>
                <a:ea typeface="+mn-ea"/>
              </a:rPr>
              <a:t>Especificidad = porcentaje de punto de ausencia bien predichos</a:t>
            </a:r>
            <a:endParaRPr b="0" lang="es-MX" sz="1200" spc="-1" strike="noStrike">
              <a:solidFill>
                <a:srgbClr val="000000"/>
              </a:solidFill>
              <a:latin typeface="Arial"/>
            </a:endParaRPr>
          </a:p>
          <a:p>
            <a:pPr marL="216000" indent="-216000">
              <a:lnSpc>
                <a:spcPct val="100000"/>
              </a:lnSpc>
              <a:buNone/>
              <a:tabLst>
                <a:tab algn="l" pos="0"/>
              </a:tabLst>
            </a:pPr>
            <a:endParaRPr b="0" lang="es-MX" sz="1200" spc="-1" strike="noStrike">
              <a:solidFill>
                <a:srgbClr val="000000"/>
              </a:solidFill>
              <a:latin typeface="Arial"/>
            </a:endParaRPr>
          </a:p>
          <a:p>
            <a:pPr marL="216000" indent="-216000">
              <a:lnSpc>
                <a:spcPct val="100000"/>
              </a:lnSpc>
              <a:buNone/>
              <a:tabLst>
                <a:tab algn="l" pos="0"/>
              </a:tabLst>
            </a:pPr>
            <a:endParaRPr b="0" lang="es-MX" sz="1200" spc="-1" strike="noStrike">
              <a:solidFill>
                <a:srgbClr val="000000"/>
              </a:solidFill>
              <a:latin typeface="Arial"/>
            </a:endParaRPr>
          </a:p>
          <a:p>
            <a:pPr marL="216000" indent="-216000">
              <a:lnSpc>
                <a:spcPct val="100000"/>
              </a:lnSpc>
              <a:buNone/>
              <a:tabLst>
                <a:tab algn="l" pos="0"/>
              </a:tabLst>
            </a:pPr>
            <a:r>
              <a:rPr b="0" lang="es-MX" sz="1200" spc="-1" strike="noStrike">
                <a:solidFill>
                  <a:srgbClr val="000000"/>
                </a:solidFill>
                <a:latin typeface="Arial"/>
                <a:ea typeface="+mn-ea"/>
              </a:rPr>
              <a:t>Enfatizar que se requieren datos de ausencia verdadera</a:t>
            </a:r>
            <a:endParaRPr b="0" lang="es-MX" sz="1200" spc="-1" strike="noStrike">
              <a:solidFill>
                <a:srgbClr val="000000"/>
              </a:solidFill>
              <a:latin typeface="Arial"/>
            </a:endParaRPr>
          </a:p>
        </p:txBody>
      </p:sp>
      <p:sp>
        <p:nvSpPr>
          <p:cNvPr id="1214" name="PlaceHolder 3"/>
          <p:cNvSpPr>
            <a:spLocks noGrp="1"/>
          </p:cNvSpPr>
          <p:nvPr>
            <p:ph type="sldNum" idx="227"/>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13645BA5-956D-4C1C-8019-87BCF3553AAC}"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5" name="PlaceHolder 1"/>
          <p:cNvSpPr>
            <a:spLocks noGrp="1"/>
          </p:cNvSpPr>
          <p:nvPr>
            <p:ph type="sldImg"/>
          </p:nvPr>
        </p:nvSpPr>
        <p:spPr>
          <a:xfrm>
            <a:off x="1143000" y="685800"/>
            <a:ext cx="4569840" cy="3426840"/>
          </a:xfrm>
          <a:prstGeom prst="rect">
            <a:avLst/>
          </a:prstGeom>
          <a:ln w="0">
            <a:noFill/>
          </a:ln>
        </p:spPr>
      </p:sp>
      <p:sp>
        <p:nvSpPr>
          <p:cNvPr id="1216"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ES" sz="1200" spc="-1" strike="noStrike">
                <a:solidFill>
                  <a:srgbClr val="000000"/>
                </a:solidFill>
                <a:latin typeface="+mn-lt"/>
                <a:ea typeface="+mn-ea"/>
              </a:rPr>
              <a:t>la "prevalencia", es la probabilidad de observar a la especie en la totalidad del area de referencia </a:t>
            </a:r>
            <a:r>
              <a:rPr b="1" lang="es-ES" sz="1200" spc="-1" strike="noStrike">
                <a:solidFill>
                  <a:srgbClr val="000000"/>
                </a:solidFill>
                <a:latin typeface="+mn-lt"/>
                <a:ea typeface="+mn-ea"/>
              </a:rPr>
              <a:t>G</a:t>
            </a:r>
            <a:r>
              <a:rPr b="0" lang="es-ES" sz="1200" spc="-1" strike="noStrike">
                <a:solidFill>
                  <a:srgbClr val="000000"/>
                </a:solidFill>
                <a:latin typeface="+mn-lt"/>
                <a:ea typeface="+mn-ea"/>
              </a:rPr>
              <a:t>. Sin datos de ausencias estrictas, la prevalencia es "indiscernible" (Dudik &amp; Phillips, 2009)</a:t>
            </a:r>
            <a:endParaRPr b="0" lang="es-MX" sz="1200" spc="-1" strike="noStrike">
              <a:solidFill>
                <a:srgbClr val="000000"/>
              </a:solidFill>
              <a:latin typeface="Arial"/>
            </a:endParaRPr>
          </a:p>
          <a:p>
            <a:pPr marL="216000" indent="-216000">
              <a:lnSpc>
                <a:spcPct val="100000"/>
              </a:lnSpc>
              <a:buNone/>
              <a:tabLst>
                <a:tab algn="l" pos="0"/>
              </a:tabLst>
            </a:pPr>
            <a:endParaRPr b="0" lang="es-MX" sz="1200" spc="-1" strike="noStrike">
              <a:solidFill>
                <a:srgbClr val="000000"/>
              </a:solidFill>
              <a:latin typeface="Arial"/>
            </a:endParaRPr>
          </a:p>
          <a:p>
            <a:pPr marL="216000" indent="-216000">
              <a:lnSpc>
                <a:spcPct val="100000"/>
              </a:lnSpc>
              <a:buNone/>
              <a:tabLst>
                <a:tab algn="l" pos="0"/>
              </a:tabLst>
            </a:pPr>
            <a:r>
              <a:rPr b="0" lang="es-ES" sz="1200" spc="-1" strike="noStrike">
                <a:solidFill>
                  <a:srgbClr val="000000"/>
                </a:solidFill>
                <a:latin typeface="+mn-lt"/>
                <a:ea typeface="+mn-ea"/>
              </a:rPr>
              <a:t>El </a:t>
            </a:r>
            <a:r>
              <a:rPr b="1" lang="es-ES" sz="1200" spc="-1" strike="noStrike">
                <a:solidFill>
                  <a:srgbClr val="000000"/>
                </a:solidFill>
                <a:latin typeface="+mn-lt"/>
                <a:ea typeface="+mn-ea"/>
              </a:rPr>
              <a:t>Coeficiente kappa de Cohen</a:t>
            </a:r>
            <a:r>
              <a:rPr b="0" lang="es-ES" sz="1200" spc="-1" strike="noStrike">
                <a:solidFill>
                  <a:srgbClr val="000000"/>
                </a:solidFill>
                <a:latin typeface="+mn-lt"/>
                <a:ea typeface="+mn-ea"/>
              </a:rPr>
              <a:t> es una medida </a:t>
            </a:r>
            <a:r>
              <a:rPr b="0" lang="es-ES" sz="1200" spc="-1" strike="noStrike" u="sng">
                <a:solidFill>
                  <a:srgbClr val="000000"/>
                </a:solidFill>
                <a:uFillTx/>
                <a:latin typeface="+mn-lt"/>
                <a:ea typeface="+mn-ea"/>
                <a:hlinkClick r:id="rId1"/>
              </a:rPr>
              <a:t>estadística</a:t>
            </a:r>
            <a:r>
              <a:rPr b="0" lang="es-ES" sz="1200" spc="-1" strike="noStrike">
                <a:solidFill>
                  <a:srgbClr val="000000"/>
                </a:solidFill>
                <a:latin typeface="+mn-lt"/>
                <a:ea typeface="+mn-ea"/>
              </a:rPr>
              <a:t> que ajusta el efecto del </a:t>
            </a:r>
            <a:r>
              <a:rPr b="0" lang="es-ES" sz="1200" spc="-1" strike="noStrike" u="sng">
                <a:solidFill>
                  <a:srgbClr val="000000"/>
                </a:solidFill>
                <a:uFillTx/>
                <a:latin typeface="+mn-lt"/>
                <a:ea typeface="+mn-ea"/>
                <a:hlinkClick r:id="rId2"/>
              </a:rPr>
              <a:t>azar</a:t>
            </a:r>
            <a:r>
              <a:rPr b="0" lang="es-ES" sz="1200" spc="-1" strike="noStrike">
                <a:solidFill>
                  <a:srgbClr val="000000"/>
                </a:solidFill>
                <a:latin typeface="+mn-lt"/>
                <a:ea typeface="+mn-ea"/>
              </a:rPr>
              <a:t> en la proporción de la concordancia observada</a:t>
            </a:r>
            <a:endParaRPr b="0" lang="es-MX" sz="1200" spc="-1" strike="noStrike">
              <a:solidFill>
                <a:srgbClr val="000000"/>
              </a:solidFill>
              <a:latin typeface="Arial"/>
            </a:endParaRPr>
          </a:p>
          <a:p>
            <a:pPr marL="216000" indent="-216000">
              <a:lnSpc>
                <a:spcPct val="100000"/>
              </a:lnSpc>
              <a:buNone/>
              <a:tabLst>
                <a:tab algn="l" pos="0"/>
              </a:tabLst>
            </a:pPr>
            <a:endParaRPr b="0" lang="es-MX" sz="1200" spc="-1" strike="noStrike">
              <a:solidFill>
                <a:srgbClr val="000000"/>
              </a:solidFill>
              <a:latin typeface="Arial"/>
            </a:endParaRPr>
          </a:p>
          <a:p>
            <a:pPr marL="216000" indent="-216000">
              <a:lnSpc>
                <a:spcPct val="100000"/>
              </a:lnSpc>
              <a:buNone/>
              <a:tabLst>
                <a:tab algn="l" pos="0"/>
              </a:tabLst>
            </a:pPr>
            <a:r>
              <a:rPr b="0" lang="es-ES" sz="1200" spc="-1" strike="noStrike">
                <a:solidFill>
                  <a:srgbClr val="000000"/>
                </a:solidFill>
                <a:latin typeface="+mn-lt"/>
                <a:ea typeface="+mn-ea"/>
              </a:rPr>
              <a:t>La primera mención de un estadístico similar a kappa se atribuye a Galton (1892),</a:t>
            </a:r>
            <a:r>
              <a:rPr b="0" lang="es-ES" sz="1200" spc="-1" strike="noStrike" u="sng" baseline="30000">
                <a:solidFill>
                  <a:srgbClr val="000000"/>
                </a:solidFill>
                <a:uFillTx/>
                <a:latin typeface="+mn-lt"/>
                <a:ea typeface="+mn-ea"/>
                <a:hlinkClick r:id="rId3"/>
              </a:rPr>
              <a:t>4</a:t>
            </a:r>
            <a:r>
              <a:rPr b="0" lang="es-ES" sz="1200" spc="-1" strike="noStrike">
                <a:solidFill>
                  <a:srgbClr val="000000"/>
                </a:solidFill>
                <a:latin typeface="+mn-lt"/>
                <a:ea typeface="+mn-ea"/>
              </a:rPr>
              <a:t>​ véase Smeeton (1985).</a:t>
            </a:r>
            <a:r>
              <a:rPr b="0" lang="es-ES" sz="1200" spc="-1" strike="noStrike" u="sng" baseline="30000">
                <a:solidFill>
                  <a:srgbClr val="000000"/>
                </a:solidFill>
                <a:uFillTx/>
                <a:latin typeface="+mn-lt"/>
                <a:ea typeface="+mn-ea"/>
                <a:hlinkClick r:id="rId4"/>
              </a:rPr>
              <a:t>5</a:t>
            </a:r>
            <a:r>
              <a:rPr b="0" lang="es-ES" sz="1200" spc="-1" strike="noStrike">
                <a:solidFill>
                  <a:srgbClr val="000000"/>
                </a:solidFill>
                <a:latin typeface="+mn-lt"/>
                <a:ea typeface="+mn-ea"/>
              </a:rPr>
              <a:t>​</a:t>
            </a:r>
            <a:endParaRPr b="0" lang="es-MX" sz="1200" spc="-1" strike="noStrike">
              <a:solidFill>
                <a:srgbClr val="000000"/>
              </a:solidFill>
              <a:latin typeface="Arial"/>
            </a:endParaRPr>
          </a:p>
        </p:txBody>
      </p:sp>
      <p:sp>
        <p:nvSpPr>
          <p:cNvPr id="1217" name="PlaceHolder 3"/>
          <p:cNvSpPr>
            <a:spLocks noGrp="1"/>
          </p:cNvSpPr>
          <p:nvPr>
            <p:ph type="sldNum" idx="228"/>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87F9AC4B-EC3D-4661-8C1A-C9B580FB274D}"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8" name="PlaceHolder 1"/>
          <p:cNvSpPr>
            <a:spLocks noGrp="1"/>
          </p:cNvSpPr>
          <p:nvPr>
            <p:ph type="sldImg"/>
          </p:nvPr>
        </p:nvSpPr>
        <p:spPr>
          <a:xfrm>
            <a:off x="1143000" y="685800"/>
            <a:ext cx="4569840" cy="3426840"/>
          </a:xfrm>
          <a:prstGeom prst="rect">
            <a:avLst/>
          </a:prstGeom>
          <a:ln w="0">
            <a:noFill/>
          </a:ln>
        </p:spPr>
      </p:sp>
      <p:sp>
        <p:nvSpPr>
          <p:cNvPr id="1219"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MX" sz="1200" spc="-1" strike="noStrike">
                <a:solidFill>
                  <a:srgbClr val="000000"/>
                </a:solidFill>
                <a:latin typeface="+mn-lt"/>
                <a:ea typeface="+mn-ea"/>
              </a:rPr>
              <a:t>Sensibilidad = porcentaje de puntos de presencia bien predichos</a:t>
            </a:r>
            <a:endParaRPr b="0" lang="es-MX" sz="1200" spc="-1" strike="noStrike">
              <a:solidFill>
                <a:srgbClr val="000000"/>
              </a:solidFill>
              <a:latin typeface="Arial"/>
            </a:endParaRPr>
          </a:p>
          <a:p>
            <a:pPr marL="216000" indent="-216000">
              <a:lnSpc>
                <a:spcPct val="100000"/>
              </a:lnSpc>
              <a:buNone/>
              <a:tabLst>
                <a:tab algn="l" pos="0"/>
              </a:tabLst>
            </a:pPr>
            <a:r>
              <a:rPr b="0" lang="es-MX" sz="1200" spc="-1" strike="noStrike">
                <a:solidFill>
                  <a:srgbClr val="000000"/>
                </a:solidFill>
                <a:latin typeface="+mn-lt"/>
                <a:ea typeface="+mn-ea"/>
              </a:rPr>
              <a:t>Especificidad = porcentaje de punto de ausencia bien predichos</a:t>
            </a:r>
            <a:endParaRPr b="0" lang="es-MX" sz="1200" spc="-1" strike="noStrike">
              <a:solidFill>
                <a:srgbClr val="000000"/>
              </a:solidFill>
              <a:latin typeface="Arial"/>
            </a:endParaRPr>
          </a:p>
          <a:p>
            <a:pPr marL="216000" indent="-216000">
              <a:lnSpc>
                <a:spcPct val="100000"/>
              </a:lnSpc>
              <a:buNone/>
              <a:tabLst>
                <a:tab algn="l" pos="0"/>
              </a:tabLst>
            </a:pPr>
            <a:endParaRPr b="0" lang="es-MX" sz="12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mn-lt"/>
                <a:ea typeface="+mn-ea"/>
              </a:rPr>
              <a:t>100,100 = predices todas las presencias pero también dices que esta la especie en todas las ausencias reales (mucha comisión)</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mn-lt"/>
                <a:ea typeface="+mn-ea"/>
              </a:rPr>
              <a:t>Punto ideal solo predices las presencias – no se predicen las ausencias</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mn-lt"/>
                <a:ea typeface="+mn-ea"/>
              </a:rPr>
              <a:t>0 = falas en ambas --- no se predice nada</a:t>
            </a:r>
            <a:endParaRPr b="0" lang="es-MX" sz="2000" spc="-1" strike="noStrike">
              <a:solidFill>
                <a:srgbClr val="000000"/>
              </a:solidFill>
              <a:latin typeface="Arial"/>
            </a:endParaRPr>
          </a:p>
        </p:txBody>
      </p:sp>
      <p:sp>
        <p:nvSpPr>
          <p:cNvPr id="1220" name="PlaceHolder 3"/>
          <p:cNvSpPr>
            <a:spLocks noGrp="1"/>
          </p:cNvSpPr>
          <p:nvPr>
            <p:ph type="sldNum" idx="229"/>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16CB8F66-14D3-4A0B-8684-4052C896F480}"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1" name="PlaceHolder 1"/>
          <p:cNvSpPr>
            <a:spLocks noGrp="1"/>
          </p:cNvSpPr>
          <p:nvPr>
            <p:ph type="sldImg"/>
          </p:nvPr>
        </p:nvSpPr>
        <p:spPr>
          <a:xfrm>
            <a:off x="1143000" y="685800"/>
            <a:ext cx="4569840" cy="3426840"/>
          </a:xfrm>
          <a:prstGeom prst="rect">
            <a:avLst/>
          </a:prstGeom>
          <a:ln w="0">
            <a:noFill/>
          </a:ln>
        </p:spPr>
      </p:sp>
      <p:sp>
        <p:nvSpPr>
          <p:cNvPr id="1222"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MX" sz="2000" spc="-1" strike="noStrike">
                <a:solidFill>
                  <a:srgbClr val="000000"/>
                </a:solidFill>
                <a:latin typeface="Arial"/>
              </a:rPr>
              <a:t>La tasa de omisión es la proporción de fallas en predecir presencias, si no hay omisión entonces 1 – 0 es 1</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Si omites todas las presencias la tasa es 1, entonces uno 1 – 1 = 0</a:t>
            </a:r>
            <a:endParaRPr b="0" lang="es-MX" sz="2000" spc="-1" strike="noStrike">
              <a:solidFill>
                <a:srgbClr val="000000"/>
              </a:solidFill>
              <a:latin typeface="Arial"/>
            </a:endParaRPr>
          </a:p>
        </p:txBody>
      </p:sp>
      <p:sp>
        <p:nvSpPr>
          <p:cNvPr id="1223" name="PlaceHolder 3"/>
          <p:cNvSpPr>
            <a:spLocks noGrp="1"/>
          </p:cNvSpPr>
          <p:nvPr>
            <p:ph type="sldNum" idx="230"/>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03211D0A-8413-4731-946B-3ABF8F51F450}"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4" name="PlaceHolder 1"/>
          <p:cNvSpPr>
            <a:spLocks noGrp="1"/>
          </p:cNvSpPr>
          <p:nvPr>
            <p:ph type="sldImg"/>
          </p:nvPr>
        </p:nvSpPr>
        <p:spPr>
          <a:xfrm>
            <a:off x="1143000" y="685800"/>
            <a:ext cx="4569840" cy="3426840"/>
          </a:xfrm>
          <a:prstGeom prst="rect">
            <a:avLst/>
          </a:prstGeom>
          <a:ln w="0">
            <a:noFill/>
          </a:ln>
        </p:spPr>
      </p:sp>
      <p:sp>
        <p:nvSpPr>
          <p:cNvPr id="1225"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28600" indent="-228600">
              <a:lnSpc>
                <a:spcPct val="100000"/>
              </a:lnSpc>
              <a:buClr>
                <a:srgbClr val="000000"/>
              </a:buClr>
              <a:buFont typeface="StarSymbol"/>
              <a:buAutoNum type="arabicParenR"/>
            </a:pPr>
            <a:r>
              <a:rPr b="0" lang="es-MX" sz="2000" spc="-1" strike="noStrike">
                <a:solidFill>
                  <a:srgbClr val="000000"/>
                </a:solidFill>
                <a:latin typeface="Arial"/>
              </a:rPr>
              <a:t>Ignora los valores de probabilidad predichos y la bondad de ajuste del modelo.</a:t>
            </a:r>
            <a:endParaRPr b="0" lang="es-MX" sz="2000" spc="-1" strike="noStrike">
              <a:solidFill>
                <a:srgbClr val="000000"/>
              </a:solidFill>
              <a:latin typeface="Arial"/>
            </a:endParaRPr>
          </a:p>
          <a:p>
            <a:pPr marL="228600" indent="-228600">
              <a:lnSpc>
                <a:spcPct val="100000"/>
              </a:lnSpc>
              <a:buClr>
                <a:srgbClr val="000000"/>
              </a:buClr>
              <a:buFont typeface="StarSymbol"/>
              <a:buAutoNum type="arabicParenR"/>
            </a:pPr>
            <a:r>
              <a:rPr b="0" lang="es-MX" sz="2000" spc="-1" strike="noStrike">
                <a:solidFill>
                  <a:srgbClr val="000000"/>
                </a:solidFill>
                <a:latin typeface="Arial"/>
              </a:rPr>
              <a:t>Evalúa el desempeño del modelo en un espacio de la ROC que no necesariamente nos debería interesar.</a:t>
            </a:r>
            <a:endParaRPr b="0" lang="es-MX" sz="2000" spc="-1" strike="noStrike">
              <a:solidFill>
                <a:srgbClr val="000000"/>
              </a:solidFill>
              <a:latin typeface="Arial"/>
            </a:endParaRPr>
          </a:p>
          <a:p>
            <a:pPr marL="228600" indent="-228600">
              <a:lnSpc>
                <a:spcPct val="100000"/>
              </a:lnSpc>
              <a:buClr>
                <a:srgbClr val="000000"/>
              </a:buClr>
              <a:buFont typeface="StarSymbol"/>
              <a:buAutoNum type="arabicParenR"/>
            </a:pPr>
            <a:r>
              <a:rPr b="0" lang="es-MX" sz="2000" spc="-1" strike="noStrike">
                <a:solidFill>
                  <a:srgbClr val="000000"/>
                </a:solidFill>
                <a:latin typeface="Arial"/>
              </a:rPr>
              <a:t>Le da igual peso a los errores de omisión y comisión.</a:t>
            </a:r>
            <a:endParaRPr b="0" lang="es-MX" sz="2000" spc="-1" strike="noStrike">
              <a:solidFill>
                <a:srgbClr val="000000"/>
              </a:solidFill>
              <a:latin typeface="Arial"/>
            </a:endParaRPr>
          </a:p>
          <a:p>
            <a:pPr marL="228600" indent="-228600">
              <a:lnSpc>
                <a:spcPct val="100000"/>
              </a:lnSpc>
              <a:buClr>
                <a:srgbClr val="000000"/>
              </a:buClr>
              <a:buFont typeface="StarSymbol"/>
              <a:buAutoNum type="arabicParenR"/>
            </a:pPr>
            <a:r>
              <a:rPr b="0" lang="es-MX" sz="2000" spc="-1" strike="noStrike">
                <a:solidFill>
                  <a:srgbClr val="000000"/>
                </a:solidFill>
                <a:latin typeface="Arial"/>
              </a:rPr>
              <a:t>No da información sobre de la distribución espacial de los errores o la incertidumbre del modelo.</a:t>
            </a:r>
            <a:endParaRPr b="0" lang="es-MX" sz="2000" spc="-1" strike="noStrike">
              <a:solidFill>
                <a:srgbClr val="000000"/>
              </a:solidFill>
              <a:latin typeface="Arial"/>
            </a:endParaRPr>
          </a:p>
          <a:p>
            <a:pPr marL="228600" indent="-228600">
              <a:lnSpc>
                <a:spcPct val="100000"/>
              </a:lnSpc>
              <a:buClr>
                <a:srgbClr val="000000"/>
              </a:buClr>
              <a:buFont typeface="StarSymbol"/>
              <a:buAutoNum type="arabicParenR"/>
            </a:pPr>
            <a:r>
              <a:rPr b="0" lang="es-MX" sz="2000" spc="-1" strike="noStrike">
                <a:solidFill>
                  <a:srgbClr val="000000"/>
                </a:solidFill>
                <a:latin typeface="Arial"/>
              </a:rPr>
              <a:t>El AUC se ve afectado por el extent de análisis.</a:t>
            </a:r>
            <a:endParaRPr b="0" lang="es-MX" sz="2000" spc="-1" strike="noStrike">
              <a:solidFill>
                <a:srgbClr val="000000"/>
              </a:solidFill>
              <a:latin typeface="Arial"/>
            </a:endParaRPr>
          </a:p>
        </p:txBody>
      </p:sp>
      <p:sp>
        <p:nvSpPr>
          <p:cNvPr id="1226" name="PlaceHolder 3"/>
          <p:cNvSpPr>
            <a:spLocks noGrp="1"/>
          </p:cNvSpPr>
          <p:nvPr>
            <p:ph type="sldNum" idx="231"/>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CEF6D943-0A33-4C47-9871-BD2C0018EBD4}"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7" name="PlaceHolder 1"/>
          <p:cNvSpPr>
            <a:spLocks noGrp="1"/>
          </p:cNvSpPr>
          <p:nvPr>
            <p:ph type="sldImg"/>
          </p:nvPr>
        </p:nvSpPr>
        <p:spPr>
          <a:xfrm>
            <a:off x="1143000" y="685800"/>
            <a:ext cx="4569840" cy="3426840"/>
          </a:xfrm>
          <a:prstGeom prst="rect">
            <a:avLst/>
          </a:prstGeom>
          <a:ln w="0">
            <a:noFill/>
          </a:ln>
        </p:spPr>
      </p:sp>
      <p:sp>
        <p:nvSpPr>
          <p:cNvPr id="1228"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ES" sz="1200" spc="-1" strike="noStrike">
                <a:solidFill>
                  <a:srgbClr val="000000"/>
                </a:solidFill>
                <a:latin typeface="+mn-lt"/>
                <a:ea typeface="+mn-ea"/>
              </a:rPr>
              <a:t>La </a:t>
            </a:r>
            <a:r>
              <a:rPr b="1" lang="es-ES" sz="1200" spc="-1" strike="noStrike">
                <a:solidFill>
                  <a:srgbClr val="000000"/>
                </a:solidFill>
                <a:latin typeface="+mn-lt"/>
                <a:ea typeface="+mn-ea"/>
              </a:rPr>
              <a:t>bondad de ajuste</a:t>
            </a:r>
            <a:r>
              <a:rPr b="0" lang="es-ES" sz="1200" spc="-1" strike="noStrike">
                <a:solidFill>
                  <a:srgbClr val="000000"/>
                </a:solidFill>
                <a:latin typeface="+mn-lt"/>
                <a:ea typeface="+mn-ea"/>
              </a:rPr>
              <a:t> de un </a:t>
            </a:r>
            <a:r>
              <a:rPr b="0" lang="es-ES" sz="1200" spc="-1" strike="noStrike" u="sng">
                <a:solidFill>
                  <a:srgbClr val="000000"/>
                </a:solidFill>
                <a:uFillTx/>
                <a:latin typeface="+mn-lt"/>
                <a:ea typeface="+mn-ea"/>
                <a:hlinkClick r:id="rId1"/>
              </a:rPr>
              <a:t>modelo estadístico</a:t>
            </a:r>
            <a:r>
              <a:rPr b="0" lang="es-ES" sz="1200" spc="-1" strike="noStrike">
                <a:solidFill>
                  <a:srgbClr val="000000"/>
                </a:solidFill>
                <a:latin typeface="+mn-lt"/>
                <a:ea typeface="+mn-ea"/>
              </a:rPr>
              <a:t> describe lo bien que se ajusta un conjunto de observaciones. Las medidas de bondad en general resumen la discrepancia entre los valores observados y los que valores esperados en el modelo de estudio.</a:t>
            </a:r>
            <a:endParaRPr b="0" lang="es-MX" sz="1200" spc="-1" strike="noStrike">
              <a:solidFill>
                <a:srgbClr val="000000"/>
              </a:solidFill>
              <a:latin typeface="Arial"/>
            </a:endParaRPr>
          </a:p>
        </p:txBody>
      </p:sp>
      <p:sp>
        <p:nvSpPr>
          <p:cNvPr id="1229" name="PlaceHolder 3"/>
          <p:cNvSpPr>
            <a:spLocks noGrp="1"/>
          </p:cNvSpPr>
          <p:nvPr>
            <p:ph type="sldNum" idx="232"/>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95BAFC2C-E9BA-48B9-896B-48EA8F365F26}"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0" name="PlaceHolder 1"/>
          <p:cNvSpPr>
            <a:spLocks noGrp="1"/>
          </p:cNvSpPr>
          <p:nvPr>
            <p:ph type="sldImg"/>
          </p:nvPr>
        </p:nvSpPr>
        <p:spPr>
          <a:xfrm>
            <a:off x="1143000" y="685800"/>
            <a:ext cx="4569840" cy="3426840"/>
          </a:xfrm>
          <a:prstGeom prst="rect">
            <a:avLst/>
          </a:prstGeom>
          <a:ln w="0">
            <a:noFill/>
          </a:ln>
        </p:spPr>
      </p:sp>
      <p:sp>
        <p:nvSpPr>
          <p:cNvPr id="1231"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MX" sz="2000" spc="-1" strike="noStrike">
                <a:solidFill>
                  <a:srgbClr val="000000"/>
                </a:solidFill>
                <a:latin typeface="Arial"/>
              </a:rPr>
              <a:t>Que modelo correlativo es mejor --- dando preferencia a los que estima Go y a los que generan outputs continuos</a:t>
            </a:r>
            <a:endParaRPr b="0" lang="es-MX" sz="2000" spc="-1" strike="noStrike">
              <a:solidFill>
                <a:srgbClr val="000000"/>
              </a:solidFill>
              <a:latin typeface="Arial"/>
            </a:endParaRPr>
          </a:p>
        </p:txBody>
      </p:sp>
      <p:sp>
        <p:nvSpPr>
          <p:cNvPr id="1232" name="PlaceHolder 3"/>
          <p:cNvSpPr>
            <a:spLocks noGrp="1"/>
          </p:cNvSpPr>
          <p:nvPr>
            <p:ph type="sldNum" idx="233"/>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44E5F7B5-42DC-4ED1-8821-FDA603F3B119}"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3" name="PlaceHolder 1"/>
          <p:cNvSpPr>
            <a:spLocks noGrp="1"/>
          </p:cNvSpPr>
          <p:nvPr>
            <p:ph type="sldImg"/>
          </p:nvPr>
        </p:nvSpPr>
        <p:spPr>
          <a:xfrm>
            <a:off x="1143000" y="685800"/>
            <a:ext cx="4569840" cy="3426840"/>
          </a:xfrm>
          <a:prstGeom prst="rect">
            <a:avLst/>
          </a:prstGeom>
          <a:ln w="0">
            <a:noFill/>
          </a:ln>
        </p:spPr>
      </p:sp>
      <p:sp>
        <p:nvSpPr>
          <p:cNvPr id="1234"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MX" sz="2000" spc="-1" strike="noStrike">
                <a:solidFill>
                  <a:srgbClr val="000000"/>
                </a:solidFill>
                <a:latin typeface="Arial"/>
              </a:rPr>
              <a:t>Quien es mejor deportista pero la prueba es un combate de MMA</a:t>
            </a:r>
            <a:endParaRPr b="0" lang="es-MX" sz="2000" spc="-1" strike="noStrike">
              <a:solidFill>
                <a:srgbClr val="000000"/>
              </a:solidFill>
              <a:latin typeface="Arial"/>
            </a:endParaRPr>
          </a:p>
        </p:txBody>
      </p:sp>
      <p:sp>
        <p:nvSpPr>
          <p:cNvPr id="1235" name="PlaceHolder 3"/>
          <p:cNvSpPr>
            <a:spLocks noGrp="1"/>
          </p:cNvSpPr>
          <p:nvPr>
            <p:ph type="sldNum" idx="234"/>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FF9F1680-2203-4E6D-BAD0-C7F9D773279B}"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6" name="PlaceHolder 1"/>
          <p:cNvSpPr>
            <a:spLocks noGrp="1"/>
          </p:cNvSpPr>
          <p:nvPr>
            <p:ph type="sldImg"/>
          </p:nvPr>
        </p:nvSpPr>
        <p:spPr>
          <a:xfrm>
            <a:off x="1143000" y="685800"/>
            <a:ext cx="4569840" cy="3426840"/>
          </a:xfrm>
          <a:prstGeom prst="rect">
            <a:avLst/>
          </a:prstGeom>
          <a:ln w="0">
            <a:noFill/>
          </a:ln>
        </p:spPr>
      </p:sp>
      <p:sp>
        <p:nvSpPr>
          <p:cNvPr id="1237"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MX" sz="2000" spc="-1" strike="noStrike">
                <a:solidFill>
                  <a:srgbClr val="000000"/>
                </a:solidFill>
                <a:latin typeface="Arial"/>
              </a:rPr>
              <a:t>Falso positivo = comisión</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Falso negativo = omisió´n</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p:txBody>
      </p:sp>
      <p:sp>
        <p:nvSpPr>
          <p:cNvPr id="1238" name="PlaceHolder 3"/>
          <p:cNvSpPr>
            <a:spLocks noGrp="1"/>
          </p:cNvSpPr>
          <p:nvPr>
            <p:ph type="sldNum" idx="235"/>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3DEDA0BA-3715-49ED-A734-D2D13EAFB191}"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9" name="PlaceHolder 1"/>
          <p:cNvSpPr>
            <a:spLocks noGrp="1"/>
          </p:cNvSpPr>
          <p:nvPr>
            <p:ph type="sldImg"/>
          </p:nvPr>
        </p:nvSpPr>
        <p:spPr>
          <a:xfrm>
            <a:off x="1143000" y="685800"/>
            <a:ext cx="4569840" cy="3426840"/>
          </a:xfrm>
          <a:prstGeom prst="rect">
            <a:avLst/>
          </a:prstGeom>
          <a:ln w="0">
            <a:noFill/>
          </a:ln>
        </p:spPr>
      </p:sp>
      <p:sp>
        <p:nvSpPr>
          <p:cNvPr id="1240"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Autofit/>
          </a:bodyPr>
          <a:p>
            <a:pPr marL="216000" indent="-216000">
              <a:lnSpc>
                <a:spcPct val="100000"/>
              </a:lnSpc>
              <a:buNone/>
              <a:tabLst>
                <a:tab algn="l" pos="0"/>
              </a:tabLst>
            </a:pPr>
            <a:r>
              <a:rPr b="0" lang="es-ES" sz="2000" spc="-1" strike="noStrike">
                <a:solidFill>
                  <a:srgbClr val="000000"/>
                </a:solidFill>
                <a:latin typeface="Arial"/>
              </a:rPr>
              <a:t>En el ejemplo de la figura 2, Maxent tiene un AUC de 0,72 (relación de expectativas observadas a nulas = 1,44), pero GARP un AUC de solo 0,63 (relación = 1,26; Tabla 1), la diferencia obtenida debido al primer punto de la La curva GARP se conecta automáticamente mediante una línea recta al origen. En efecto, este procedimiento penaliza los algoritmos con curvas ROC que no comienzan en el origen o cerca del mismo.</a:t>
            </a:r>
            <a:endParaRPr b="0" lang="es-MX" sz="2000" spc="-1" strike="noStrike">
              <a:solidFill>
                <a:srgbClr val="000000"/>
              </a:solidFill>
              <a:latin typeface="Arial"/>
            </a:endParaRPr>
          </a:p>
        </p:txBody>
      </p:sp>
      <p:sp>
        <p:nvSpPr>
          <p:cNvPr id="1241" name="PlaceHolder 3"/>
          <p:cNvSpPr>
            <a:spLocks noGrp="1"/>
          </p:cNvSpPr>
          <p:nvPr>
            <p:ph type="sldNum" idx="236"/>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C4D78223-42D3-49B6-AD01-3378921604C9}"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2" name="PlaceHolder 1"/>
          <p:cNvSpPr>
            <a:spLocks noGrp="1"/>
          </p:cNvSpPr>
          <p:nvPr>
            <p:ph type="sldImg"/>
          </p:nvPr>
        </p:nvSpPr>
        <p:spPr>
          <a:xfrm>
            <a:off x="1143000" y="685800"/>
            <a:ext cx="4569840" cy="3426840"/>
          </a:xfrm>
          <a:prstGeom prst="rect">
            <a:avLst/>
          </a:prstGeom>
          <a:ln w="0">
            <a:noFill/>
          </a:ln>
        </p:spPr>
      </p:sp>
      <p:sp>
        <p:nvSpPr>
          <p:cNvPr id="1243"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rmAutofit fontScale="68333"/>
          </a:bodyPr>
          <a:p>
            <a:pPr marL="216000" indent="-216000">
              <a:lnSpc>
                <a:spcPct val="100000"/>
              </a:lnSpc>
              <a:buNone/>
              <a:tabLst>
                <a:tab algn="l" pos="0"/>
              </a:tabLst>
            </a:pPr>
            <a:r>
              <a:rPr b="0" lang="es-MX" sz="2000" spc="-1" strike="noStrike">
                <a:solidFill>
                  <a:srgbClr val="000000"/>
                </a:solidFill>
                <a:latin typeface="Arial"/>
              </a:rPr>
              <a:t>Pi – proporción del área de estudio predicha presente</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Xi – éxito o falla en que la presencia de predicha</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Mod 1 </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(1-0.9)1 = 0.1</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(1-0.9)0 = 0</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Suma = 0.1</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Mod 2</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(1-0.4)1 = 0.6</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(1-0.4)0 = 0</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Suma = 0.6</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Mod 3</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(1-0.4)1 = 0.6</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(1-0.4)1 = 0.6</a:t>
            </a: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Suma = 1.2</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p:txBody>
      </p:sp>
      <p:sp>
        <p:nvSpPr>
          <p:cNvPr id="1244" name="PlaceHolder 3"/>
          <p:cNvSpPr>
            <a:spLocks noGrp="1"/>
          </p:cNvSpPr>
          <p:nvPr>
            <p:ph type="sldNum" idx="237"/>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6C6B1368-F227-45D8-9B9E-1D4DA7C89495}"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5" name="PlaceHolder 1"/>
          <p:cNvSpPr>
            <a:spLocks noGrp="1"/>
          </p:cNvSpPr>
          <p:nvPr>
            <p:ph type="sldImg"/>
          </p:nvPr>
        </p:nvSpPr>
        <p:spPr>
          <a:xfrm>
            <a:off x="216000" y="812520"/>
            <a:ext cx="7126560" cy="4008240"/>
          </a:xfrm>
          <a:prstGeom prst="rect">
            <a:avLst/>
          </a:prstGeom>
          <a:ln w="0">
            <a:noFill/>
          </a:ln>
        </p:spPr>
      </p:sp>
      <p:sp>
        <p:nvSpPr>
          <p:cNvPr id="1246" name="PlaceHolder 2"/>
          <p:cNvSpPr>
            <a:spLocks noGrp="1"/>
          </p:cNvSpPr>
          <p:nvPr>
            <p:ph type="body"/>
          </p:nvPr>
        </p:nvSpPr>
        <p:spPr>
          <a:xfrm>
            <a:off x="468000" y="5078520"/>
            <a:ext cx="6046920" cy="4810320"/>
          </a:xfrm>
          <a:prstGeom prst="rect">
            <a:avLst/>
          </a:prstGeom>
          <a:noFill/>
          <a:ln w="0">
            <a:noFill/>
          </a:ln>
        </p:spPr>
        <p:txBody>
          <a:bodyPr lIns="0" rIns="0" tIns="0" bIns="0" anchor="t">
            <a:noAutofit/>
          </a:bodyPr>
          <a:p>
            <a:pPr marL="216000" indent="-216000">
              <a:lnSpc>
                <a:spcPct val="100000"/>
              </a:lnSpc>
              <a:buNone/>
              <a:tabLst>
                <a:tab algn="l" pos="0"/>
              </a:tabLst>
            </a:pPr>
            <a:r>
              <a:rPr b="0" lang="es-MX" sz="2000" spc="-1" strike="noStrike">
                <a:solidFill>
                  <a:srgbClr val="000000"/>
                </a:solidFill>
                <a:latin typeface="Arial"/>
              </a:rPr>
              <a:t>Ya está implementada en ENMeval</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a:p>
            <a:pPr marL="216000" indent="-216000">
              <a:lnSpc>
                <a:spcPct val="100000"/>
              </a:lnSpc>
              <a:buNone/>
              <a:tabLst>
                <a:tab algn="l" pos="0"/>
              </a:tabLst>
            </a:pPr>
            <a:r>
              <a:rPr b="0" lang="es-MX" sz="2000" spc="-1" strike="noStrike">
                <a:solidFill>
                  <a:srgbClr val="000000"/>
                </a:solidFill>
                <a:latin typeface="Arial"/>
              </a:rPr>
              <a:t>Aplicación original no sirve más</a:t>
            </a: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a:p>
            <a:pPr marL="216000" indent="-216000">
              <a:lnSpc>
                <a:spcPct val="100000"/>
              </a:lnSpc>
              <a:buNone/>
              <a:tabLst>
                <a:tab algn="l" pos="0"/>
              </a:tabLst>
            </a:pPr>
            <a:endParaRPr b="0" lang="es-MX" sz="2000" spc="-1" strike="noStrike">
              <a:solidFill>
                <a:srgbClr val="000000"/>
              </a:solidFill>
              <a:latin typeface="Arial"/>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7" name="PlaceHolder 1"/>
          <p:cNvSpPr>
            <a:spLocks noGrp="1"/>
          </p:cNvSpPr>
          <p:nvPr>
            <p:ph type="sldImg"/>
          </p:nvPr>
        </p:nvSpPr>
        <p:spPr>
          <a:xfrm>
            <a:off x="1143000" y="685800"/>
            <a:ext cx="4569840" cy="3426840"/>
          </a:xfrm>
          <a:prstGeom prst="rect">
            <a:avLst/>
          </a:prstGeom>
          <a:ln w="0">
            <a:noFill/>
          </a:ln>
        </p:spPr>
      </p:sp>
      <p:sp>
        <p:nvSpPr>
          <p:cNvPr id="1248" name="PlaceHolder 2"/>
          <p:cNvSpPr>
            <a:spLocks noGrp="1"/>
          </p:cNvSpPr>
          <p:nvPr>
            <p:ph type="body"/>
          </p:nvPr>
        </p:nvSpPr>
        <p:spPr>
          <a:xfrm>
            <a:off x="685800" y="4343400"/>
            <a:ext cx="5484240" cy="4112640"/>
          </a:xfrm>
          <a:prstGeom prst="rect">
            <a:avLst/>
          </a:prstGeom>
          <a:noFill/>
          <a:ln w="0">
            <a:noFill/>
          </a:ln>
        </p:spPr>
        <p:txBody>
          <a:bodyPr numCol="1" spcCol="0" lIns="0" rIns="0" tIns="0" bIns="0" anchor="t">
            <a:normAutofit/>
          </a:bodyPr>
          <a:p>
            <a:pPr marL="216000" indent="-216000">
              <a:lnSpc>
                <a:spcPct val="100000"/>
              </a:lnSpc>
              <a:buNone/>
              <a:tabLst>
                <a:tab algn="l" pos="0"/>
              </a:tabLst>
            </a:pPr>
            <a:r>
              <a:rPr b="0" lang="es-MX" sz="2000" spc="-1" strike="noStrike">
                <a:solidFill>
                  <a:srgbClr val="000000"/>
                </a:solidFill>
                <a:latin typeface="Arial"/>
              </a:rPr>
              <a:t>Aproximar la realidad --- Criterio de akaike el criterio de akaike corregido y el </a:t>
            </a:r>
            <a:endParaRPr b="0" lang="es-MX" sz="2000" spc="-1" strike="noStrike">
              <a:solidFill>
                <a:srgbClr val="000000"/>
              </a:solidFill>
              <a:latin typeface="Arial"/>
            </a:endParaRPr>
          </a:p>
          <a:p>
            <a:pPr marL="216000" indent="-216000">
              <a:lnSpc>
                <a:spcPct val="100000"/>
              </a:lnSpc>
              <a:buNone/>
              <a:tabLst>
                <a:tab algn="l" pos="0"/>
              </a:tabLst>
            </a:pPr>
            <a:r>
              <a:rPr b="0" lang="es-ES" sz="1200" spc="-1" strike="noStrike">
                <a:solidFill>
                  <a:srgbClr val="000000"/>
                </a:solidFill>
                <a:latin typeface="+mn-lt"/>
                <a:ea typeface="+mn-ea"/>
              </a:rPr>
              <a:t>a </a:t>
            </a:r>
            <a:r>
              <a:rPr b="1" lang="es-ES" sz="1200" spc="-1" strike="noStrike">
                <a:solidFill>
                  <a:srgbClr val="000000"/>
                </a:solidFill>
                <a:latin typeface="+mn-lt"/>
                <a:ea typeface="+mn-ea"/>
              </a:rPr>
              <a:t>función de verosimilitud</a:t>
            </a:r>
            <a:r>
              <a:rPr b="0" lang="es-ES" sz="1200" spc="-1" strike="noStrike">
                <a:solidFill>
                  <a:srgbClr val="000000"/>
                </a:solidFill>
                <a:latin typeface="+mn-lt"/>
                <a:ea typeface="+mn-ea"/>
              </a:rPr>
              <a:t> (o, simplemente, </a:t>
            </a:r>
            <a:r>
              <a:rPr b="1" lang="es-ES" sz="1200" spc="-1" strike="noStrike">
                <a:solidFill>
                  <a:srgbClr val="000000"/>
                </a:solidFill>
                <a:latin typeface="+mn-lt"/>
                <a:ea typeface="+mn-ea"/>
              </a:rPr>
              <a:t>verosimilitud</a:t>
            </a:r>
            <a:r>
              <a:rPr b="0" lang="es-ES" sz="1200" spc="-1" strike="noStrike">
                <a:solidFill>
                  <a:srgbClr val="000000"/>
                </a:solidFill>
                <a:latin typeface="+mn-lt"/>
                <a:ea typeface="+mn-ea"/>
              </a:rPr>
              <a:t>) es una función de los parámetros de un modelo estadístico que permite realizar inferencias acerca de su valor a partir de un conjunto de observaciones. </a:t>
            </a:r>
            <a:endParaRPr b="0" lang="es-MX" sz="1200" spc="-1" strike="noStrike">
              <a:solidFill>
                <a:srgbClr val="000000"/>
              </a:solidFill>
              <a:latin typeface="Arial"/>
            </a:endParaRPr>
          </a:p>
        </p:txBody>
      </p:sp>
      <p:sp>
        <p:nvSpPr>
          <p:cNvPr id="1249" name="PlaceHolder 3"/>
          <p:cNvSpPr>
            <a:spLocks noGrp="1"/>
          </p:cNvSpPr>
          <p:nvPr>
            <p:ph type="sldNum" idx="238"/>
          </p:nvPr>
        </p:nvSpPr>
        <p:spPr>
          <a:xfrm>
            <a:off x="3884760" y="8685360"/>
            <a:ext cx="2969640" cy="455040"/>
          </a:xfrm>
          <a:prstGeom prst="rect">
            <a:avLst/>
          </a:prstGeom>
          <a:noFill/>
          <a:ln w="0">
            <a:noFill/>
          </a:ln>
        </p:spPr>
        <p:txBody>
          <a:bodyPr lIns="0" rIns="0" tIns="0" bIns="0" anchor="b">
            <a:noAutofit/>
          </a:bodyPr>
          <a:lstStyle>
            <a:lvl1pPr indent="0" algn="r">
              <a:lnSpc>
                <a:spcPct val="100000"/>
              </a:lnSpc>
              <a:buNone/>
              <a:defRPr b="0" lang="es-ES" sz="1200" spc="-1" strike="noStrike">
                <a:solidFill>
                  <a:srgbClr val="000000"/>
                </a:solidFill>
                <a:latin typeface="+mn-lt"/>
                <a:ea typeface="+mn-ea"/>
              </a:defRPr>
            </a:lvl1pPr>
          </a:lstStyle>
          <a:p>
            <a:pPr indent="0" algn="r">
              <a:lnSpc>
                <a:spcPct val="100000"/>
              </a:lnSpc>
              <a:buNone/>
            </a:pPr>
            <a:fld id="{E16D3766-8E50-4FF7-82C6-C9222C047C85}" type="slidenum">
              <a:rPr b="0" lang="es-ES" sz="1200" spc="-1" strike="noStrike">
                <a:solidFill>
                  <a:srgbClr val="000000"/>
                </a:solidFill>
                <a:latin typeface="+mn-lt"/>
                <a:ea typeface="+mn-ea"/>
              </a:rPr>
              <a:t>&lt;número&gt;</a:t>
            </a:fld>
            <a:endParaRPr b="0" lang="es-MX"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2.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3.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5.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6.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0.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1.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2.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3.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4.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6.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7.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8.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9.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60.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2.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3.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4.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5.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7.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8.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9.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70.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71.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7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10"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5C74BD8C-5205-433C-8E75-029EE22595E4}" type="slidenum">
              <a:t>&lt;#&gt;</a:t>
            </a:fld>
          </a:p>
        </p:txBody>
      </p:sp>
      <p:sp>
        <p:nvSpPr>
          <p:cNvPr id="8" name="PlaceHolder 7"/>
          <p:cNvSpPr>
            <a:spLocks noGrp="1"/>
          </p:cNvSpPr>
          <p:nvPr>
            <p:ph type="dt" idx="3"/>
          </p:nvPr>
        </p:nvSpPr>
        <p:spPr/>
        <p:txBody>
          <a:bodyPr/>
          <a:p>
            <a:r>
              <a:rPr lang="es-MX"/>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1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1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72479FB3-B572-4574-A965-12CFC34E713F}" type="slidenum">
              <a:t>&lt;#&gt;</a:t>
            </a:fld>
          </a:p>
        </p:txBody>
      </p:sp>
      <p:sp>
        <p:nvSpPr>
          <p:cNvPr id="7" name="PlaceHolder 6"/>
          <p:cNvSpPr>
            <a:spLocks noGrp="1"/>
          </p:cNvSpPr>
          <p:nvPr>
            <p:ph type="dt" idx="6"/>
          </p:nvPr>
        </p:nvSpPr>
        <p:spPr/>
        <p:txBody>
          <a:bodyPr/>
          <a:p>
            <a:r>
              <a:rPr lang="es-MX"/>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2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3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31"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32"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82F3C37C-0FFC-480D-BA84-712F8CC5681B}" type="slidenum">
              <a:t>&lt;#&gt;</a:t>
            </a:fld>
          </a:p>
        </p:txBody>
      </p:sp>
      <p:sp>
        <p:nvSpPr>
          <p:cNvPr id="9" name="PlaceHolder 8"/>
          <p:cNvSpPr>
            <a:spLocks noGrp="1"/>
          </p:cNvSpPr>
          <p:nvPr>
            <p:ph type="dt" idx="9"/>
          </p:nvPr>
        </p:nvSpPr>
        <p:spPr/>
        <p:txBody>
          <a:bodyPr/>
          <a:p>
            <a:r>
              <a:rPr lang="es-MX"/>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D510BDFB-9916-4A3A-A0BB-1D25D2AF5265}" type="slidenum">
              <a:t>&lt;#&gt;</a:t>
            </a:fld>
          </a:p>
        </p:txBody>
      </p:sp>
      <p:sp>
        <p:nvSpPr>
          <p:cNvPr id="4" name="PlaceHolder 3"/>
          <p:cNvSpPr>
            <a:spLocks noGrp="1"/>
          </p:cNvSpPr>
          <p:nvPr>
            <p:ph type="dt" idx="12"/>
          </p:nvPr>
        </p:nvSpPr>
        <p:spPr/>
        <p:txBody>
          <a:bodyPr/>
          <a:p>
            <a:r>
              <a:rPr lang="es-MX"/>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46E07E38-2CAD-4761-9A9E-C4D8F7BB5365}" type="slidenum">
              <a:t>&lt;#&gt;</a:t>
            </a:fld>
          </a:p>
        </p:txBody>
      </p:sp>
      <p:sp>
        <p:nvSpPr>
          <p:cNvPr id="4" name="PlaceHolder 3"/>
          <p:cNvSpPr>
            <a:spLocks noGrp="1"/>
          </p:cNvSpPr>
          <p:nvPr>
            <p:ph type="dt" idx="15"/>
          </p:nvPr>
        </p:nvSpPr>
        <p:spPr/>
        <p:txBody>
          <a:bodyPr/>
          <a:p>
            <a:r>
              <a:rPr lang="es-MX"/>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51"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D7AA1A66-2C18-4065-85FB-7C21F5EE5F92}" type="slidenum">
              <a:t>&lt;#&gt;</a:t>
            </a:fld>
          </a:p>
        </p:txBody>
      </p:sp>
      <p:sp>
        <p:nvSpPr>
          <p:cNvPr id="6" name="PlaceHolder 5"/>
          <p:cNvSpPr>
            <a:spLocks noGrp="1"/>
          </p:cNvSpPr>
          <p:nvPr>
            <p:ph type="dt" idx="18"/>
          </p:nvPr>
        </p:nvSpPr>
        <p:spPr/>
        <p:txBody>
          <a:bodyPr/>
          <a:p>
            <a:r>
              <a:rPr lang="es-MX"/>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5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83D025CB-6CB4-423E-96F2-FDC8A82DFB1C}" type="slidenum">
              <a:t>&lt;#&gt;</a:t>
            </a:fld>
          </a:p>
        </p:txBody>
      </p:sp>
      <p:sp>
        <p:nvSpPr>
          <p:cNvPr id="6" name="PlaceHolder 5"/>
          <p:cNvSpPr>
            <a:spLocks noGrp="1"/>
          </p:cNvSpPr>
          <p:nvPr>
            <p:ph type="dt" idx="21"/>
          </p:nvPr>
        </p:nvSpPr>
        <p:spPr/>
        <p:txBody>
          <a:bodyPr/>
          <a:p>
            <a:r>
              <a:rPr lang="es-MX"/>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6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 name="PlaceHolder 4"/>
          <p:cNvSpPr>
            <a:spLocks noGrp="1"/>
          </p:cNvSpPr>
          <p:nvPr>
            <p:ph type="ftr" idx="22"/>
          </p:nvPr>
        </p:nvSpPr>
        <p:spPr/>
        <p:txBody>
          <a:bodyPr/>
          <a:p>
            <a:r>
              <a:t>Footer</a:t>
            </a:r>
          </a:p>
        </p:txBody>
      </p:sp>
      <p:sp>
        <p:nvSpPr>
          <p:cNvPr id="6" name="PlaceHolder 5"/>
          <p:cNvSpPr>
            <a:spLocks noGrp="1"/>
          </p:cNvSpPr>
          <p:nvPr>
            <p:ph type="sldNum" idx="23"/>
          </p:nvPr>
        </p:nvSpPr>
        <p:spPr/>
        <p:txBody>
          <a:bodyPr/>
          <a:p>
            <a:fld id="{A6B3DE52-4169-4468-87BF-03868F6D1F96}" type="slidenum">
              <a:t>&lt;#&gt;</a:t>
            </a:fld>
          </a:p>
        </p:txBody>
      </p:sp>
      <p:sp>
        <p:nvSpPr>
          <p:cNvPr id="7" name="PlaceHolder 6"/>
          <p:cNvSpPr>
            <a:spLocks noGrp="1"/>
          </p:cNvSpPr>
          <p:nvPr>
            <p:ph type="dt" idx="24"/>
          </p:nvPr>
        </p:nvSpPr>
        <p:spPr/>
        <p:txBody>
          <a:bodyPr/>
          <a:p>
            <a:r>
              <a:rPr lang="es-MX"/>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9379CA0A-F98C-4A34-9E0C-220A0321915F}" type="slidenum">
              <a:t>&lt;#&gt;</a:t>
            </a:fld>
          </a:p>
        </p:txBody>
      </p:sp>
      <p:sp>
        <p:nvSpPr>
          <p:cNvPr id="5" name="PlaceHolder 4"/>
          <p:cNvSpPr>
            <a:spLocks noGrp="1"/>
          </p:cNvSpPr>
          <p:nvPr>
            <p:ph type="dt" idx="27"/>
          </p:nvPr>
        </p:nvSpPr>
        <p:spPr/>
        <p:txBody>
          <a:bodyPr/>
          <a:p>
            <a:r>
              <a:rPr lang="es-MX"/>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Centered Text">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6BA0F0AB-012B-4CB0-AA8C-3984C8A3FE76}" type="slidenum">
              <a:t>&lt;#&gt;</a:t>
            </a:fld>
          </a:p>
        </p:txBody>
      </p:sp>
      <p:sp>
        <p:nvSpPr>
          <p:cNvPr id="4" name="PlaceHolder 3"/>
          <p:cNvSpPr>
            <a:spLocks noGrp="1"/>
          </p:cNvSpPr>
          <p:nvPr>
            <p:ph type="dt" idx="30"/>
          </p:nvPr>
        </p:nvSpPr>
        <p:spPr/>
        <p:txBody>
          <a:bodyPr/>
          <a:p>
            <a:r>
              <a:rPr lang="es-MX"/>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8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8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8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31"/>
          </p:nvPr>
        </p:nvSpPr>
        <p:spPr/>
        <p:txBody>
          <a:bodyPr/>
          <a:p>
            <a:r>
              <a:t>Footer</a:t>
            </a:r>
          </a:p>
        </p:txBody>
      </p:sp>
      <p:sp>
        <p:nvSpPr>
          <p:cNvPr id="7" name="PlaceHolder 6"/>
          <p:cNvSpPr>
            <a:spLocks noGrp="1"/>
          </p:cNvSpPr>
          <p:nvPr>
            <p:ph type="sldNum" idx="32"/>
          </p:nvPr>
        </p:nvSpPr>
        <p:spPr/>
        <p:txBody>
          <a:bodyPr/>
          <a:p>
            <a:fld id="{8AF593D8-18A7-424B-8CB7-70E9CC6C1C81}" type="slidenum">
              <a:t>&lt;#&gt;</a:t>
            </a:fld>
          </a:p>
        </p:txBody>
      </p:sp>
      <p:sp>
        <p:nvSpPr>
          <p:cNvPr id="8" name="PlaceHolder 7"/>
          <p:cNvSpPr>
            <a:spLocks noGrp="1"/>
          </p:cNvSpPr>
          <p:nvPr>
            <p:ph type="dt" idx="33"/>
          </p:nvPr>
        </p:nvSpPr>
        <p:spPr/>
        <p:txBody>
          <a:bodyPr/>
          <a:p>
            <a:r>
              <a:rPr lang="es-MX"/>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9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9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97"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34"/>
          </p:nvPr>
        </p:nvSpPr>
        <p:spPr/>
        <p:txBody>
          <a:bodyPr/>
          <a:p>
            <a:r>
              <a:t>Footer</a:t>
            </a:r>
          </a:p>
        </p:txBody>
      </p:sp>
      <p:sp>
        <p:nvSpPr>
          <p:cNvPr id="7" name="PlaceHolder 6"/>
          <p:cNvSpPr>
            <a:spLocks noGrp="1"/>
          </p:cNvSpPr>
          <p:nvPr>
            <p:ph type="sldNum" idx="35"/>
          </p:nvPr>
        </p:nvSpPr>
        <p:spPr/>
        <p:txBody>
          <a:bodyPr/>
          <a:p>
            <a:fld id="{9BDA06B0-D5E4-4145-AE75-E56ECE16FD87}" type="slidenum">
              <a:t>&lt;#&gt;</a:t>
            </a:fld>
          </a:p>
        </p:txBody>
      </p:sp>
      <p:sp>
        <p:nvSpPr>
          <p:cNvPr id="8" name="PlaceHolder 7"/>
          <p:cNvSpPr>
            <a:spLocks noGrp="1"/>
          </p:cNvSpPr>
          <p:nvPr>
            <p:ph type="dt" idx="36"/>
          </p:nvPr>
        </p:nvSpPr>
        <p:spPr/>
        <p:txBody>
          <a:bodyPr/>
          <a:p>
            <a:r>
              <a:rPr lang="es-MX"/>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Predeterminado">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10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10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108"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37"/>
          </p:nvPr>
        </p:nvSpPr>
        <p:spPr/>
        <p:txBody>
          <a:bodyPr/>
          <a:p>
            <a:r>
              <a:t>Footer</a:t>
            </a:r>
          </a:p>
        </p:txBody>
      </p:sp>
      <p:sp>
        <p:nvSpPr>
          <p:cNvPr id="7" name="PlaceHolder 6"/>
          <p:cNvSpPr>
            <a:spLocks noGrp="1"/>
          </p:cNvSpPr>
          <p:nvPr>
            <p:ph type="sldNum" idx="38"/>
          </p:nvPr>
        </p:nvSpPr>
        <p:spPr/>
        <p:txBody>
          <a:bodyPr/>
          <a:p>
            <a:fld id="{43E2B1ED-4CB1-4599-9CF4-8E7DD47672A2}" type="slidenum">
              <a:t>&lt;#&gt;</a:t>
            </a:fld>
          </a:p>
        </p:txBody>
      </p:sp>
      <p:sp>
        <p:nvSpPr>
          <p:cNvPr id="8" name="PlaceHolder 7"/>
          <p:cNvSpPr>
            <a:spLocks noGrp="1"/>
          </p:cNvSpPr>
          <p:nvPr>
            <p:ph type="dt" idx="39"/>
          </p:nvPr>
        </p:nvSpPr>
        <p:spPr/>
        <p:txBody>
          <a:bodyPr/>
          <a:p>
            <a:r>
              <a:rPr lang="es-MX"/>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Predeterminado 1">
    <p:spTree>
      <p:nvGrpSpPr>
        <p:cNvPr id="1" name=""/>
        <p:cNvGrpSpPr/>
        <p:nvPr/>
      </p:nvGrpSpPr>
      <p:grpSpPr>
        <a:xfrm>
          <a:off x="0" y="0"/>
          <a:ext cx="0" cy="0"/>
          <a:chOff x="0" y="0"/>
          <a:chExt cx="0" cy="0"/>
        </a:xfrm>
      </p:grpSpPr>
      <p:sp>
        <p:nvSpPr>
          <p:cNvPr id="11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116"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117"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 name="PlaceHolder 4"/>
          <p:cNvSpPr>
            <a:spLocks noGrp="1"/>
          </p:cNvSpPr>
          <p:nvPr>
            <p:ph type="ftr" idx="40"/>
          </p:nvPr>
        </p:nvSpPr>
        <p:spPr/>
        <p:txBody>
          <a:bodyPr/>
          <a:p>
            <a:r>
              <a:t>Footer</a:t>
            </a:r>
          </a:p>
        </p:txBody>
      </p:sp>
      <p:sp>
        <p:nvSpPr>
          <p:cNvPr id="6" name="PlaceHolder 5"/>
          <p:cNvSpPr>
            <a:spLocks noGrp="1"/>
          </p:cNvSpPr>
          <p:nvPr>
            <p:ph type="sldNum" idx="41"/>
          </p:nvPr>
        </p:nvSpPr>
        <p:spPr/>
        <p:txBody>
          <a:bodyPr/>
          <a:p>
            <a:fld id="{6A9AA1E0-1E68-4466-8C04-9B63F970EED5}" type="slidenum">
              <a:t>&lt;#&gt;</a:t>
            </a:fld>
          </a:p>
        </p:txBody>
      </p:sp>
      <p:sp>
        <p:nvSpPr>
          <p:cNvPr id="7" name="PlaceHolder 6"/>
          <p:cNvSpPr>
            <a:spLocks noGrp="1"/>
          </p:cNvSpPr>
          <p:nvPr>
            <p:ph type="dt" idx="42"/>
          </p:nvPr>
        </p:nvSpPr>
        <p:spPr/>
        <p:txBody>
          <a:bodyPr/>
          <a:p>
            <a:r>
              <a:rPr lang="es-MX"/>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Predeterminado 2">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12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12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12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130"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7" name="PlaceHolder 6"/>
          <p:cNvSpPr>
            <a:spLocks noGrp="1"/>
          </p:cNvSpPr>
          <p:nvPr>
            <p:ph type="ftr" idx="43"/>
          </p:nvPr>
        </p:nvSpPr>
        <p:spPr/>
        <p:txBody>
          <a:bodyPr/>
          <a:p>
            <a:r>
              <a:t>Footer</a:t>
            </a:r>
          </a:p>
        </p:txBody>
      </p:sp>
      <p:sp>
        <p:nvSpPr>
          <p:cNvPr id="8" name="PlaceHolder 7"/>
          <p:cNvSpPr>
            <a:spLocks noGrp="1"/>
          </p:cNvSpPr>
          <p:nvPr>
            <p:ph type="sldNum" idx="44"/>
          </p:nvPr>
        </p:nvSpPr>
        <p:spPr/>
        <p:txBody>
          <a:bodyPr/>
          <a:p>
            <a:fld id="{2EB721FD-1697-488E-9166-6B654037C487}" type="slidenum">
              <a:t>&lt;#&gt;</a:t>
            </a:fld>
          </a:p>
        </p:txBody>
      </p:sp>
      <p:sp>
        <p:nvSpPr>
          <p:cNvPr id="9" name="PlaceHolder 8"/>
          <p:cNvSpPr>
            <a:spLocks noGrp="1"/>
          </p:cNvSpPr>
          <p:nvPr>
            <p:ph type="dt" idx="45"/>
          </p:nvPr>
        </p:nvSpPr>
        <p:spPr/>
        <p:txBody>
          <a:bodyPr/>
          <a:p>
            <a:r>
              <a:rPr lang="es-MX"/>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3">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C03E7713-3213-4EC6-BA4D-F86DF5B474EC}" type="slidenum">
              <a:t>&lt;#&gt;</a:t>
            </a:fld>
          </a:p>
        </p:txBody>
      </p:sp>
      <p:sp>
        <p:nvSpPr>
          <p:cNvPr id="4" name="PlaceHolder 3"/>
          <p:cNvSpPr>
            <a:spLocks noGrp="1"/>
          </p:cNvSpPr>
          <p:nvPr>
            <p:ph type="dt" idx="48"/>
          </p:nvPr>
        </p:nvSpPr>
        <p:spPr/>
        <p:txBody>
          <a:bodyPr/>
          <a:p>
            <a:r>
              <a:rPr lang="es-MX"/>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4">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3629D525-A7AE-4A20-8A26-39728EF9FB8B}" type="slidenum">
              <a:t>&lt;#&gt;</a:t>
            </a:fld>
          </a:p>
        </p:txBody>
      </p:sp>
      <p:sp>
        <p:nvSpPr>
          <p:cNvPr id="4" name="PlaceHolder 3"/>
          <p:cNvSpPr>
            <a:spLocks noGrp="1"/>
          </p:cNvSpPr>
          <p:nvPr>
            <p:ph type="dt" idx="51"/>
          </p:nvPr>
        </p:nvSpPr>
        <p:spPr/>
        <p:txBody>
          <a:bodyPr/>
          <a:p>
            <a:r>
              <a:rPr lang="es-MX"/>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redeterminado 5">
    <p:spTree>
      <p:nvGrpSpPr>
        <p:cNvPr id="1" name=""/>
        <p:cNvGrpSpPr/>
        <p:nvPr/>
      </p:nvGrpSpPr>
      <p:grpSpPr>
        <a:xfrm>
          <a:off x="0" y="0"/>
          <a:ext cx="0" cy="0"/>
          <a:chOff x="0" y="0"/>
          <a:chExt cx="0" cy="0"/>
        </a:xfrm>
      </p:grpSpPr>
      <p:sp>
        <p:nvSpPr>
          <p:cNvPr id="14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14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E342B191-AB83-4D24-B3B8-7B3F10F1299A}" type="slidenum">
              <a:t>&lt;#&gt;</a:t>
            </a:fld>
          </a:p>
        </p:txBody>
      </p:sp>
      <p:sp>
        <p:nvSpPr>
          <p:cNvPr id="6" name="PlaceHolder 5"/>
          <p:cNvSpPr>
            <a:spLocks noGrp="1"/>
          </p:cNvSpPr>
          <p:nvPr>
            <p:ph type="dt" idx="54"/>
          </p:nvPr>
        </p:nvSpPr>
        <p:spPr/>
        <p:txBody>
          <a:bodyPr/>
          <a:p>
            <a:r>
              <a:rPr lang="es-MX"/>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redeterminado 6">
    <p:spTree>
      <p:nvGrpSpPr>
        <p:cNvPr id="1" name=""/>
        <p:cNvGrpSpPr/>
        <p:nvPr/>
      </p:nvGrpSpPr>
      <p:grpSpPr>
        <a:xfrm>
          <a:off x="0" y="0"/>
          <a:ext cx="0" cy="0"/>
          <a:chOff x="0" y="0"/>
          <a:chExt cx="0" cy="0"/>
        </a:xfrm>
      </p:grpSpPr>
      <p:sp>
        <p:nvSpPr>
          <p:cNvPr id="15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156"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E18AEA13-507C-4BEB-B781-A9AEEA8B8619}" type="slidenum">
              <a:t>&lt;#&gt;</a:t>
            </a:fld>
          </a:p>
        </p:txBody>
      </p:sp>
      <p:sp>
        <p:nvSpPr>
          <p:cNvPr id="6" name="PlaceHolder 5"/>
          <p:cNvSpPr>
            <a:spLocks noGrp="1"/>
          </p:cNvSpPr>
          <p:nvPr>
            <p:ph type="dt" idx="57"/>
          </p:nvPr>
        </p:nvSpPr>
        <p:spPr/>
        <p:txBody>
          <a:bodyPr/>
          <a:p>
            <a:r>
              <a:rPr lang="es-MX"/>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7">
    <p:spTree>
      <p:nvGrpSpPr>
        <p:cNvPr id="1" name=""/>
        <p:cNvGrpSpPr/>
        <p:nvPr/>
      </p:nvGrpSpPr>
      <p:grpSpPr>
        <a:xfrm>
          <a:off x="0" y="0"/>
          <a:ext cx="0" cy="0"/>
          <a:chOff x="0" y="0"/>
          <a:chExt cx="0" cy="0"/>
        </a:xfrm>
      </p:grpSpPr>
      <p:sp>
        <p:nvSpPr>
          <p:cNvPr id="16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16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16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 name="PlaceHolder 4"/>
          <p:cNvSpPr>
            <a:spLocks noGrp="1"/>
          </p:cNvSpPr>
          <p:nvPr>
            <p:ph type="ftr" idx="58"/>
          </p:nvPr>
        </p:nvSpPr>
        <p:spPr/>
        <p:txBody>
          <a:bodyPr/>
          <a:p>
            <a:r>
              <a:t>Footer</a:t>
            </a:r>
          </a:p>
        </p:txBody>
      </p:sp>
      <p:sp>
        <p:nvSpPr>
          <p:cNvPr id="6" name="PlaceHolder 5"/>
          <p:cNvSpPr>
            <a:spLocks noGrp="1"/>
          </p:cNvSpPr>
          <p:nvPr>
            <p:ph type="sldNum" idx="59"/>
          </p:nvPr>
        </p:nvSpPr>
        <p:spPr/>
        <p:txBody>
          <a:bodyPr/>
          <a:p>
            <a:fld id="{D998C8D3-1FF3-44EA-AC9C-F9CEE17BA8E5}" type="slidenum">
              <a:t>&lt;#&gt;</a:t>
            </a:fld>
          </a:p>
        </p:txBody>
      </p:sp>
      <p:sp>
        <p:nvSpPr>
          <p:cNvPr id="7" name="PlaceHolder 6"/>
          <p:cNvSpPr>
            <a:spLocks noGrp="1"/>
          </p:cNvSpPr>
          <p:nvPr>
            <p:ph type="dt" idx="60"/>
          </p:nvPr>
        </p:nvSpPr>
        <p:spPr/>
        <p:txBody>
          <a:bodyPr/>
          <a:p>
            <a:r>
              <a:rPr lang="es-MX"/>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8">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3" name="PlaceHolder 2"/>
          <p:cNvSpPr>
            <a:spLocks noGrp="1"/>
          </p:cNvSpPr>
          <p:nvPr>
            <p:ph type="ftr" idx="61"/>
          </p:nvPr>
        </p:nvSpPr>
        <p:spPr/>
        <p:txBody>
          <a:bodyPr/>
          <a:p>
            <a:r>
              <a:t>Footer</a:t>
            </a:r>
          </a:p>
        </p:txBody>
      </p:sp>
      <p:sp>
        <p:nvSpPr>
          <p:cNvPr id="4" name="PlaceHolder 3"/>
          <p:cNvSpPr>
            <a:spLocks noGrp="1"/>
          </p:cNvSpPr>
          <p:nvPr>
            <p:ph type="sldNum" idx="62"/>
          </p:nvPr>
        </p:nvSpPr>
        <p:spPr/>
        <p:txBody>
          <a:bodyPr/>
          <a:p>
            <a:fld id="{0B2D2291-E88C-4E6A-8198-1041A1941843}" type="slidenum">
              <a:t>&lt;#&gt;</a:t>
            </a:fld>
          </a:p>
        </p:txBody>
      </p:sp>
      <p:sp>
        <p:nvSpPr>
          <p:cNvPr id="5" name="PlaceHolder 4"/>
          <p:cNvSpPr>
            <a:spLocks noGrp="1"/>
          </p:cNvSpPr>
          <p:nvPr>
            <p:ph type="dt" idx="63"/>
          </p:nvPr>
        </p:nvSpPr>
        <p:spPr/>
        <p:txBody>
          <a:bodyPr/>
          <a:p>
            <a:r>
              <a:rPr lang="es-MX"/>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Predeterminado 9">
    <p:spTree>
      <p:nvGrpSpPr>
        <p:cNvPr id="1" name=""/>
        <p:cNvGrpSpPr/>
        <p:nvPr/>
      </p:nvGrpSpPr>
      <p:grpSpPr>
        <a:xfrm>
          <a:off x="0" y="0"/>
          <a:ext cx="0" cy="0"/>
          <a:chOff x="0" y="0"/>
          <a:chExt cx="0" cy="0"/>
        </a:xfrm>
      </p:grpSpPr>
      <p:sp>
        <p:nvSpPr>
          <p:cNvPr id="2" name="PlaceHolder 1"/>
          <p:cNvSpPr>
            <a:spLocks noGrp="1"/>
          </p:cNvSpPr>
          <p:nvPr>
            <p:ph type="ftr" idx="64"/>
          </p:nvPr>
        </p:nvSpPr>
        <p:spPr/>
        <p:txBody>
          <a:bodyPr/>
          <a:p>
            <a:r>
              <a:t>Footer</a:t>
            </a:r>
          </a:p>
        </p:txBody>
      </p:sp>
      <p:sp>
        <p:nvSpPr>
          <p:cNvPr id="3" name="PlaceHolder 2"/>
          <p:cNvSpPr>
            <a:spLocks noGrp="1"/>
          </p:cNvSpPr>
          <p:nvPr>
            <p:ph type="sldNum" idx="65"/>
          </p:nvPr>
        </p:nvSpPr>
        <p:spPr/>
        <p:txBody>
          <a:bodyPr/>
          <a:p>
            <a:fld id="{6900FA8D-6785-4A06-A1B7-68BE200BF8D3}" type="slidenum">
              <a:t>&lt;#&gt;</a:t>
            </a:fld>
          </a:p>
        </p:txBody>
      </p:sp>
      <p:sp>
        <p:nvSpPr>
          <p:cNvPr id="4" name="PlaceHolder 3"/>
          <p:cNvSpPr>
            <a:spLocks noGrp="1"/>
          </p:cNvSpPr>
          <p:nvPr>
            <p:ph type="dt" idx="66"/>
          </p:nvPr>
        </p:nvSpPr>
        <p:spPr/>
        <p:txBody>
          <a:bodyPr/>
          <a:p>
            <a:r>
              <a:rPr lang="es-MX"/>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Predeterminado 10">
    <p:spTree>
      <p:nvGrpSpPr>
        <p:cNvPr id="1" name=""/>
        <p:cNvGrpSpPr/>
        <p:nvPr/>
      </p:nvGrpSpPr>
      <p:grpSpPr>
        <a:xfrm>
          <a:off x="0" y="0"/>
          <a:ext cx="0" cy="0"/>
          <a:chOff x="0" y="0"/>
          <a:chExt cx="0" cy="0"/>
        </a:xfrm>
      </p:grpSpPr>
      <p:sp>
        <p:nvSpPr>
          <p:cNvPr id="18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18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18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18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67"/>
          </p:nvPr>
        </p:nvSpPr>
        <p:spPr/>
        <p:txBody>
          <a:bodyPr/>
          <a:p>
            <a:r>
              <a:t>Footer</a:t>
            </a:r>
          </a:p>
        </p:txBody>
      </p:sp>
      <p:sp>
        <p:nvSpPr>
          <p:cNvPr id="7" name="PlaceHolder 6"/>
          <p:cNvSpPr>
            <a:spLocks noGrp="1"/>
          </p:cNvSpPr>
          <p:nvPr>
            <p:ph type="sldNum" idx="68"/>
          </p:nvPr>
        </p:nvSpPr>
        <p:spPr/>
        <p:txBody>
          <a:bodyPr/>
          <a:p>
            <a:fld id="{9D5E029D-BBEE-4AED-B91B-44F732B23E9B}" type="slidenum">
              <a:t>&lt;#&gt;</a:t>
            </a:fld>
          </a:p>
        </p:txBody>
      </p:sp>
      <p:sp>
        <p:nvSpPr>
          <p:cNvPr id="8" name="PlaceHolder 7"/>
          <p:cNvSpPr>
            <a:spLocks noGrp="1"/>
          </p:cNvSpPr>
          <p:nvPr>
            <p:ph type="dt" idx="69"/>
          </p:nvPr>
        </p:nvSpPr>
        <p:spPr/>
        <p:txBody>
          <a:bodyPr/>
          <a:p>
            <a:r>
              <a:rPr lang="es-MX"/>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Predeterminado 11">
    <p:spTree>
      <p:nvGrpSpPr>
        <p:cNvPr id="1" name=""/>
        <p:cNvGrpSpPr/>
        <p:nvPr/>
      </p:nvGrpSpPr>
      <p:grpSpPr>
        <a:xfrm>
          <a:off x="0" y="0"/>
          <a:ext cx="0" cy="0"/>
          <a:chOff x="0" y="0"/>
          <a:chExt cx="0" cy="0"/>
        </a:xfrm>
      </p:grpSpPr>
      <p:sp>
        <p:nvSpPr>
          <p:cNvPr id="19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19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19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195"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70"/>
          </p:nvPr>
        </p:nvSpPr>
        <p:spPr/>
        <p:txBody>
          <a:bodyPr/>
          <a:p>
            <a:r>
              <a:t>Footer</a:t>
            </a:r>
          </a:p>
        </p:txBody>
      </p:sp>
      <p:sp>
        <p:nvSpPr>
          <p:cNvPr id="7" name="PlaceHolder 6"/>
          <p:cNvSpPr>
            <a:spLocks noGrp="1"/>
          </p:cNvSpPr>
          <p:nvPr>
            <p:ph type="sldNum" idx="71"/>
          </p:nvPr>
        </p:nvSpPr>
        <p:spPr/>
        <p:txBody>
          <a:bodyPr/>
          <a:p>
            <a:fld id="{9965E7B3-0004-4596-95D8-B3D8079867D6}" type="slidenum">
              <a:t>&lt;#&gt;</a:t>
            </a:fld>
          </a:p>
        </p:txBody>
      </p:sp>
      <p:sp>
        <p:nvSpPr>
          <p:cNvPr id="8" name="PlaceHolder 7"/>
          <p:cNvSpPr>
            <a:spLocks noGrp="1"/>
          </p:cNvSpPr>
          <p:nvPr>
            <p:ph type="dt" idx="72"/>
          </p:nvPr>
        </p:nvSpPr>
        <p:spPr/>
        <p:txBody>
          <a:bodyPr/>
          <a:p>
            <a:r>
              <a:rPr lang="es-MX"/>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Predeterminado 12">
    <p:spTree>
      <p:nvGrpSpPr>
        <p:cNvPr id="1" name=""/>
        <p:cNvGrpSpPr/>
        <p:nvPr/>
      </p:nvGrpSpPr>
      <p:grpSpPr>
        <a:xfrm>
          <a:off x="0" y="0"/>
          <a:ext cx="0" cy="0"/>
          <a:chOff x="0" y="0"/>
          <a:chExt cx="0" cy="0"/>
        </a:xfrm>
      </p:grpSpPr>
      <p:sp>
        <p:nvSpPr>
          <p:cNvPr id="20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20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20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206"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73"/>
          </p:nvPr>
        </p:nvSpPr>
        <p:spPr/>
        <p:txBody>
          <a:bodyPr/>
          <a:p>
            <a:r>
              <a:t>Footer</a:t>
            </a:r>
          </a:p>
        </p:txBody>
      </p:sp>
      <p:sp>
        <p:nvSpPr>
          <p:cNvPr id="7" name="PlaceHolder 6"/>
          <p:cNvSpPr>
            <a:spLocks noGrp="1"/>
          </p:cNvSpPr>
          <p:nvPr>
            <p:ph type="sldNum" idx="74"/>
          </p:nvPr>
        </p:nvSpPr>
        <p:spPr/>
        <p:txBody>
          <a:bodyPr/>
          <a:p>
            <a:fld id="{F8C4D5D5-D3A3-4A43-A064-D6A57CE89F38}" type="slidenum">
              <a:t>&lt;#&gt;</a:t>
            </a:fld>
          </a:p>
        </p:txBody>
      </p:sp>
      <p:sp>
        <p:nvSpPr>
          <p:cNvPr id="8" name="PlaceHolder 7"/>
          <p:cNvSpPr>
            <a:spLocks noGrp="1"/>
          </p:cNvSpPr>
          <p:nvPr>
            <p:ph type="dt" idx="75"/>
          </p:nvPr>
        </p:nvSpPr>
        <p:spPr/>
        <p:txBody>
          <a:bodyPr/>
          <a:p>
            <a:r>
              <a:rPr lang="es-MX"/>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Predeterminado 13">
    <p:spTree>
      <p:nvGrpSpPr>
        <p:cNvPr id="1" name=""/>
        <p:cNvGrpSpPr/>
        <p:nvPr/>
      </p:nvGrpSpPr>
      <p:grpSpPr>
        <a:xfrm>
          <a:off x="0" y="0"/>
          <a:ext cx="0" cy="0"/>
          <a:chOff x="0" y="0"/>
          <a:chExt cx="0" cy="0"/>
        </a:xfrm>
      </p:grpSpPr>
      <p:sp>
        <p:nvSpPr>
          <p:cNvPr id="21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214"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215"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 name="PlaceHolder 4"/>
          <p:cNvSpPr>
            <a:spLocks noGrp="1"/>
          </p:cNvSpPr>
          <p:nvPr>
            <p:ph type="ftr" idx="76"/>
          </p:nvPr>
        </p:nvSpPr>
        <p:spPr/>
        <p:txBody>
          <a:bodyPr/>
          <a:p>
            <a:r>
              <a:t>Footer</a:t>
            </a:r>
          </a:p>
        </p:txBody>
      </p:sp>
      <p:sp>
        <p:nvSpPr>
          <p:cNvPr id="6" name="PlaceHolder 5"/>
          <p:cNvSpPr>
            <a:spLocks noGrp="1"/>
          </p:cNvSpPr>
          <p:nvPr>
            <p:ph type="sldNum" idx="77"/>
          </p:nvPr>
        </p:nvSpPr>
        <p:spPr/>
        <p:txBody>
          <a:bodyPr/>
          <a:p>
            <a:fld id="{6A8D5033-8DF0-400C-A1F8-9E94067162C8}" type="slidenum">
              <a:t>&lt;#&gt;</a:t>
            </a:fld>
          </a:p>
        </p:txBody>
      </p:sp>
      <p:sp>
        <p:nvSpPr>
          <p:cNvPr id="7" name="PlaceHolder 6"/>
          <p:cNvSpPr>
            <a:spLocks noGrp="1"/>
          </p:cNvSpPr>
          <p:nvPr>
            <p:ph type="dt" idx="78"/>
          </p:nvPr>
        </p:nvSpPr>
        <p:spPr/>
        <p:txBody>
          <a:bodyPr/>
          <a:p>
            <a:r>
              <a:rPr lang="es-MX"/>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Predeterminado 14">
    <p:spTree>
      <p:nvGrpSpPr>
        <p:cNvPr id="1" name=""/>
        <p:cNvGrpSpPr/>
        <p:nvPr/>
      </p:nvGrpSpPr>
      <p:grpSpPr>
        <a:xfrm>
          <a:off x="0" y="0"/>
          <a:ext cx="0" cy="0"/>
          <a:chOff x="0" y="0"/>
          <a:chExt cx="0" cy="0"/>
        </a:xfrm>
      </p:grpSpPr>
      <p:sp>
        <p:nvSpPr>
          <p:cNvPr id="2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22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22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22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228"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7" name="PlaceHolder 6"/>
          <p:cNvSpPr>
            <a:spLocks noGrp="1"/>
          </p:cNvSpPr>
          <p:nvPr>
            <p:ph type="ftr" idx="79"/>
          </p:nvPr>
        </p:nvSpPr>
        <p:spPr/>
        <p:txBody>
          <a:bodyPr/>
          <a:p>
            <a:r>
              <a:t>Footer</a:t>
            </a:r>
          </a:p>
        </p:txBody>
      </p:sp>
      <p:sp>
        <p:nvSpPr>
          <p:cNvPr id="8" name="PlaceHolder 7"/>
          <p:cNvSpPr>
            <a:spLocks noGrp="1"/>
          </p:cNvSpPr>
          <p:nvPr>
            <p:ph type="sldNum" idx="80"/>
          </p:nvPr>
        </p:nvSpPr>
        <p:spPr/>
        <p:txBody>
          <a:bodyPr/>
          <a:p>
            <a:fld id="{45627872-3146-432A-8924-01E8D15E64CF}" type="slidenum">
              <a:t>&lt;#&gt;</a:t>
            </a:fld>
          </a:p>
        </p:txBody>
      </p:sp>
      <p:sp>
        <p:nvSpPr>
          <p:cNvPr id="9" name="PlaceHolder 8"/>
          <p:cNvSpPr>
            <a:spLocks noGrp="1"/>
          </p:cNvSpPr>
          <p:nvPr>
            <p:ph type="dt" idx="81"/>
          </p:nvPr>
        </p:nvSpPr>
        <p:spPr/>
        <p:txBody>
          <a:bodyPr/>
          <a:p>
            <a:r>
              <a:rPr lang="es-MX"/>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15">
    <p:spTree>
      <p:nvGrpSpPr>
        <p:cNvPr id="1" name=""/>
        <p:cNvGrpSpPr/>
        <p:nvPr/>
      </p:nvGrpSpPr>
      <p:grpSpPr>
        <a:xfrm>
          <a:off x="0" y="0"/>
          <a:ext cx="0" cy="0"/>
          <a:chOff x="0" y="0"/>
          <a:chExt cx="0" cy="0"/>
        </a:xfrm>
      </p:grpSpPr>
      <p:sp>
        <p:nvSpPr>
          <p:cNvPr id="2" name="PlaceHolder 1"/>
          <p:cNvSpPr>
            <a:spLocks noGrp="1"/>
          </p:cNvSpPr>
          <p:nvPr>
            <p:ph type="ftr" idx="82"/>
          </p:nvPr>
        </p:nvSpPr>
        <p:spPr/>
        <p:txBody>
          <a:bodyPr/>
          <a:p>
            <a:r>
              <a:t>Footer</a:t>
            </a:r>
          </a:p>
        </p:txBody>
      </p:sp>
      <p:sp>
        <p:nvSpPr>
          <p:cNvPr id="3" name="PlaceHolder 2"/>
          <p:cNvSpPr>
            <a:spLocks noGrp="1"/>
          </p:cNvSpPr>
          <p:nvPr>
            <p:ph type="sldNum" idx="83"/>
          </p:nvPr>
        </p:nvSpPr>
        <p:spPr/>
        <p:txBody>
          <a:bodyPr/>
          <a:p>
            <a:fld id="{26E8CDFB-027B-4972-96A7-0D88383B3270}" type="slidenum">
              <a:t>&lt;#&gt;</a:t>
            </a:fld>
          </a:p>
        </p:txBody>
      </p:sp>
      <p:sp>
        <p:nvSpPr>
          <p:cNvPr id="4" name="PlaceHolder 3"/>
          <p:cNvSpPr>
            <a:spLocks noGrp="1"/>
          </p:cNvSpPr>
          <p:nvPr>
            <p:ph type="dt" idx="84"/>
          </p:nvPr>
        </p:nvSpPr>
        <p:spPr/>
        <p:txBody>
          <a:bodyPr/>
          <a:p>
            <a:r>
              <a:rPr lang="es-MX"/>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16">
    <p:spTree>
      <p:nvGrpSpPr>
        <p:cNvPr id="1" name=""/>
        <p:cNvGrpSpPr/>
        <p:nvPr/>
      </p:nvGrpSpPr>
      <p:grpSpPr>
        <a:xfrm>
          <a:off x="0" y="0"/>
          <a:ext cx="0" cy="0"/>
          <a:chOff x="0" y="0"/>
          <a:chExt cx="0" cy="0"/>
        </a:xfrm>
      </p:grpSpPr>
      <p:sp>
        <p:nvSpPr>
          <p:cNvPr id="2" name="PlaceHolder 1"/>
          <p:cNvSpPr>
            <a:spLocks noGrp="1"/>
          </p:cNvSpPr>
          <p:nvPr>
            <p:ph type="ftr" idx="85"/>
          </p:nvPr>
        </p:nvSpPr>
        <p:spPr/>
        <p:txBody>
          <a:bodyPr/>
          <a:p>
            <a:r>
              <a:t>Footer</a:t>
            </a:r>
          </a:p>
        </p:txBody>
      </p:sp>
      <p:sp>
        <p:nvSpPr>
          <p:cNvPr id="3" name="PlaceHolder 2"/>
          <p:cNvSpPr>
            <a:spLocks noGrp="1"/>
          </p:cNvSpPr>
          <p:nvPr>
            <p:ph type="sldNum" idx="86"/>
          </p:nvPr>
        </p:nvSpPr>
        <p:spPr/>
        <p:txBody>
          <a:bodyPr/>
          <a:p>
            <a:fld id="{E4B362F4-6843-4D9C-92FE-814C4855DF5E}" type="slidenum">
              <a:t>&lt;#&gt;</a:t>
            </a:fld>
          </a:p>
        </p:txBody>
      </p:sp>
      <p:sp>
        <p:nvSpPr>
          <p:cNvPr id="4" name="PlaceHolder 3"/>
          <p:cNvSpPr>
            <a:spLocks noGrp="1"/>
          </p:cNvSpPr>
          <p:nvPr>
            <p:ph type="dt" idx="87"/>
          </p:nvPr>
        </p:nvSpPr>
        <p:spPr/>
        <p:txBody>
          <a:bodyPr/>
          <a:p>
            <a:r>
              <a:rPr lang="es-MX"/>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redeterminado 17">
    <p:spTree>
      <p:nvGrpSpPr>
        <p:cNvPr id="1" name=""/>
        <p:cNvGrpSpPr/>
        <p:nvPr/>
      </p:nvGrpSpPr>
      <p:grpSpPr>
        <a:xfrm>
          <a:off x="0" y="0"/>
          <a:ext cx="0" cy="0"/>
          <a:chOff x="0" y="0"/>
          <a:chExt cx="0" cy="0"/>
        </a:xfrm>
      </p:grpSpPr>
      <p:sp>
        <p:nvSpPr>
          <p:cNvPr id="24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24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 name="PlaceHolder 3"/>
          <p:cNvSpPr>
            <a:spLocks noGrp="1"/>
          </p:cNvSpPr>
          <p:nvPr>
            <p:ph type="ftr" idx="88"/>
          </p:nvPr>
        </p:nvSpPr>
        <p:spPr/>
        <p:txBody>
          <a:bodyPr/>
          <a:p>
            <a:r>
              <a:t>Footer</a:t>
            </a:r>
          </a:p>
        </p:txBody>
      </p:sp>
      <p:sp>
        <p:nvSpPr>
          <p:cNvPr id="5" name="PlaceHolder 4"/>
          <p:cNvSpPr>
            <a:spLocks noGrp="1"/>
          </p:cNvSpPr>
          <p:nvPr>
            <p:ph type="sldNum" idx="89"/>
          </p:nvPr>
        </p:nvSpPr>
        <p:spPr/>
        <p:txBody>
          <a:bodyPr/>
          <a:p>
            <a:fld id="{4C95F3DE-1D9D-4D12-8C39-D2AA5BAEA2B5}" type="slidenum">
              <a:t>&lt;#&gt;</a:t>
            </a:fld>
          </a:p>
        </p:txBody>
      </p:sp>
      <p:sp>
        <p:nvSpPr>
          <p:cNvPr id="6" name="PlaceHolder 5"/>
          <p:cNvSpPr>
            <a:spLocks noGrp="1"/>
          </p:cNvSpPr>
          <p:nvPr>
            <p:ph type="dt" idx="90"/>
          </p:nvPr>
        </p:nvSpPr>
        <p:spPr/>
        <p:txBody>
          <a:bodyPr/>
          <a:p>
            <a:r>
              <a:rPr lang="es-MX"/>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redeterminado 18">
    <p:spTree>
      <p:nvGrpSpPr>
        <p:cNvPr id="1" name=""/>
        <p:cNvGrpSpPr/>
        <p:nvPr/>
      </p:nvGrpSpPr>
      <p:grpSpPr>
        <a:xfrm>
          <a:off x="0" y="0"/>
          <a:ext cx="0" cy="0"/>
          <a:chOff x="0" y="0"/>
          <a:chExt cx="0" cy="0"/>
        </a:xfrm>
      </p:grpSpPr>
      <p:sp>
        <p:nvSpPr>
          <p:cNvPr id="25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256"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 name="PlaceHolder 3"/>
          <p:cNvSpPr>
            <a:spLocks noGrp="1"/>
          </p:cNvSpPr>
          <p:nvPr>
            <p:ph type="ftr" idx="91"/>
          </p:nvPr>
        </p:nvSpPr>
        <p:spPr/>
        <p:txBody>
          <a:bodyPr/>
          <a:p>
            <a:r>
              <a:t>Footer</a:t>
            </a:r>
          </a:p>
        </p:txBody>
      </p:sp>
      <p:sp>
        <p:nvSpPr>
          <p:cNvPr id="5" name="PlaceHolder 4"/>
          <p:cNvSpPr>
            <a:spLocks noGrp="1"/>
          </p:cNvSpPr>
          <p:nvPr>
            <p:ph type="sldNum" idx="92"/>
          </p:nvPr>
        </p:nvSpPr>
        <p:spPr/>
        <p:txBody>
          <a:bodyPr/>
          <a:p>
            <a:fld id="{C5E6C9D7-2358-4CCD-9601-D46913BEBAD2}" type="slidenum">
              <a:t>&lt;#&gt;</a:t>
            </a:fld>
          </a:p>
        </p:txBody>
      </p:sp>
      <p:sp>
        <p:nvSpPr>
          <p:cNvPr id="6" name="PlaceHolder 5"/>
          <p:cNvSpPr>
            <a:spLocks noGrp="1"/>
          </p:cNvSpPr>
          <p:nvPr>
            <p:ph type="dt" idx="93"/>
          </p:nvPr>
        </p:nvSpPr>
        <p:spPr/>
        <p:txBody>
          <a:bodyPr/>
          <a:p>
            <a:r>
              <a:rPr lang="es-MX"/>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19">
    <p:spTree>
      <p:nvGrpSpPr>
        <p:cNvPr id="1" name=""/>
        <p:cNvGrpSpPr/>
        <p:nvPr/>
      </p:nvGrpSpPr>
      <p:grpSpPr>
        <a:xfrm>
          <a:off x="0" y="0"/>
          <a:ext cx="0" cy="0"/>
          <a:chOff x="0" y="0"/>
          <a:chExt cx="0" cy="0"/>
        </a:xfrm>
      </p:grpSpPr>
      <p:sp>
        <p:nvSpPr>
          <p:cNvPr id="26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26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26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 name="PlaceHolder 4"/>
          <p:cNvSpPr>
            <a:spLocks noGrp="1"/>
          </p:cNvSpPr>
          <p:nvPr>
            <p:ph type="ftr" idx="94"/>
          </p:nvPr>
        </p:nvSpPr>
        <p:spPr/>
        <p:txBody>
          <a:bodyPr/>
          <a:p>
            <a:r>
              <a:t>Footer</a:t>
            </a:r>
          </a:p>
        </p:txBody>
      </p:sp>
      <p:sp>
        <p:nvSpPr>
          <p:cNvPr id="6" name="PlaceHolder 5"/>
          <p:cNvSpPr>
            <a:spLocks noGrp="1"/>
          </p:cNvSpPr>
          <p:nvPr>
            <p:ph type="sldNum" idx="95"/>
          </p:nvPr>
        </p:nvSpPr>
        <p:spPr/>
        <p:txBody>
          <a:bodyPr/>
          <a:p>
            <a:fld id="{69D6912E-C049-4C99-9B33-F9DC6F92BC8A}" type="slidenum">
              <a:t>&lt;#&gt;</a:t>
            </a:fld>
          </a:p>
        </p:txBody>
      </p:sp>
      <p:sp>
        <p:nvSpPr>
          <p:cNvPr id="7" name="PlaceHolder 6"/>
          <p:cNvSpPr>
            <a:spLocks noGrp="1"/>
          </p:cNvSpPr>
          <p:nvPr>
            <p:ph type="dt" idx="96"/>
          </p:nvPr>
        </p:nvSpPr>
        <p:spPr/>
        <p:txBody>
          <a:bodyPr/>
          <a:p>
            <a:r>
              <a:rPr lang="es-MX"/>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20">
    <p:spTree>
      <p:nvGrpSpPr>
        <p:cNvPr id="1" name=""/>
        <p:cNvGrpSpPr/>
        <p:nvPr/>
      </p:nvGrpSpPr>
      <p:grpSpPr>
        <a:xfrm>
          <a:off x="0" y="0"/>
          <a:ext cx="0" cy="0"/>
          <a:chOff x="0" y="0"/>
          <a:chExt cx="0" cy="0"/>
        </a:xfrm>
      </p:grpSpPr>
      <p:sp>
        <p:nvSpPr>
          <p:cNvPr id="27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3" name="PlaceHolder 2"/>
          <p:cNvSpPr>
            <a:spLocks noGrp="1"/>
          </p:cNvSpPr>
          <p:nvPr>
            <p:ph type="ftr" idx="97"/>
          </p:nvPr>
        </p:nvSpPr>
        <p:spPr/>
        <p:txBody>
          <a:bodyPr/>
          <a:p>
            <a:r>
              <a:t>Footer</a:t>
            </a:r>
          </a:p>
        </p:txBody>
      </p:sp>
      <p:sp>
        <p:nvSpPr>
          <p:cNvPr id="4" name="PlaceHolder 3"/>
          <p:cNvSpPr>
            <a:spLocks noGrp="1"/>
          </p:cNvSpPr>
          <p:nvPr>
            <p:ph type="sldNum" idx="98"/>
          </p:nvPr>
        </p:nvSpPr>
        <p:spPr/>
        <p:txBody>
          <a:bodyPr/>
          <a:p>
            <a:fld id="{1F71D489-0D26-4A5D-BD01-DDCE5BE8C151}" type="slidenum">
              <a:t>&lt;#&gt;</a:t>
            </a:fld>
          </a:p>
        </p:txBody>
      </p:sp>
      <p:sp>
        <p:nvSpPr>
          <p:cNvPr id="5" name="PlaceHolder 4"/>
          <p:cNvSpPr>
            <a:spLocks noGrp="1"/>
          </p:cNvSpPr>
          <p:nvPr>
            <p:ph type="dt" idx="99"/>
          </p:nvPr>
        </p:nvSpPr>
        <p:spPr/>
        <p:txBody>
          <a:bodyPr/>
          <a:p>
            <a:r>
              <a:rPr lang="es-MX"/>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Predeterminado 21">
    <p:spTree>
      <p:nvGrpSpPr>
        <p:cNvPr id="1" name=""/>
        <p:cNvGrpSpPr/>
        <p:nvPr/>
      </p:nvGrpSpPr>
      <p:grpSpPr>
        <a:xfrm>
          <a:off x="0" y="0"/>
          <a:ext cx="0" cy="0"/>
          <a:chOff x="0" y="0"/>
          <a:chExt cx="0" cy="0"/>
        </a:xfrm>
      </p:grpSpPr>
      <p:sp>
        <p:nvSpPr>
          <p:cNvPr id="2" name="PlaceHolder 1"/>
          <p:cNvSpPr>
            <a:spLocks noGrp="1"/>
          </p:cNvSpPr>
          <p:nvPr>
            <p:ph type="ftr" idx="100"/>
          </p:nvPr>
        </p:nvSpPr>
        <p:spPr/>
        <p:txBody>
          <a:bodyPr/>
          <a:p>
            <a:r>
              <a:t>Footer</a:t>
            </a:r>
          </a:p>
        </p:txBody>
      </p:sp>
      <p:sp>
        <p:nvSpPr>
          <p:cNvPr id="3" name="PlaceHolder 2"/>
          <p:cNvSpPr>
            <a:spLocks noGrp="1"/>
          </p:cNvSpPr>
          <p:nvPr>
            <p:ph type="sldNum" idx="101"/>
          </p:nvPr>
        </p:nvSpPr>
        <p:spPr/>
        <p:txBody>
          <a:bodyPr/>
          <a:p>
            <a:fld id="{21B868ED-1FB3-4343-AF65-2795AB6E9003}" type="slidenum">
              <a:t>&lt;#&gt;</a:t>
            </a:fld>
          </a:p>
        </p:txBody>
      </p:sp>
      <p:sp>
        <p:nvSpPr>
          <p:cNvPr id="4" name="PlaceHolder 3"/>
          <p:cNvSpPr>
            <a:spLocks noGrp="1"/>
          </p:cNvSpPr>
          <p:nvPr>
            <p:ph type="dt" idx="102"/>
          </p:nvPr>
        </p:nvSpPr>
        <p:spPr/>
        <p:txBody>
          <a:bodyPr/>
          <a:p>
            <a:r>
              <a:rPr lang="es-MX"/>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Predeterminado 22">
    <p:spTree>
      <p:nvGrpSpPr>
        <p:cNvPr id="1" name=""/>
        <p:cNvGrpSpPr/>
        <p:nvPr/>
      </p:nvGrpSpPr>
      <p:grpSpPr>
        <a:xfrm>
          <a:off x="0" y="0"/>
          <a:ext cx="0" cy="0"/>
          <a:chOff x="0" y="0"/>
          <a:chExt cx="0" cy="0"/>
        </a:xfrm>
      </p:grpSpPr>
      <p:sp>
        <p:nvSpPr>
          <p:cNvPr id="28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28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28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28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103"/>
          </p:nvPr>
        </p:nvSpPr>
        <p:spPr/>
        <p:txBody>
          <a:bodyPr/>
          <a:p>
            <a:r>
              <a:t>Footer</a:t>
            </a:r>
          </a:p>
        </p:txBody>
      </p:sp>
      <p:sp>
        <p:nvSpPr>
          <p:cNvPr id="7" name="PlaceHolder 6"/>
          <p:cNvSpPr>
            <a:spLocks noGrp="1"/>
          </p:cNvSpPr>
          <p:nvPr>
            <p:ph type="sldNum" idx="104"/>
          </p:nvPr>
        </p:nvSpPr>
        <p:spPr/>
        <p:txBody>
          <a:bodyPr/>
          <a:p>
            <a:fld id="{D84BC092-A700-463C-BB51-4173630C48C3}" type="slidenum">
              <a:t>&lt;#&gt;</a:t>
            </a:fld>
          </a:p>
        </p:txBody>
      </p:sp>
      <p:sp>
        <p:nvSpPr>
          <p:cNvPr id="8" name="PlaceHolder 7"/>
          <p:cNvSpPr>
            <a:spLocks noGrp="1"/>
          </p:cNvSpPr>
          <p:nvPr>
            <p:ph type="dt" idx="105"/>
          </p:nvPr>
        </p:nvSpPr>
        <p:spPr/>
        <p:txBody>
          <a:bodyPr/>
          <a:p>
            <a:r>
              <a:rPr lang="es-MX"/>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Predeterminado 23">
    <p:spTree>
      <p:nvGrpSpPr>
        <p:cNvPr id="1" name=""/>
        <p:cNvGrpSpPr/>
        <p:nvPr/>
      </p:nvGrpSpPr>
      <p:grpSpPr>
        <a:xfrm>
          <a:off x="0" y="0"/>
          <a:ext cx="0" cy="0"/>
          <a:chOff x="0" y="0"/>
          <a:chExt cx="0" cy="0"/>
        </a:xfrm>
      </p:grpSpPr>
      <p:sp>
        <p:nvSpPr>
          <p:cNvPr id="29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29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29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295"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106"/>
          </p:nvPr>
        </p:nvSpPr>
        <p:spPr/>
        <p:txBody>
          <a:bodyPr/>
          <a:p>
            <a:r>
              <a:t>Footer</a:t>
            </a:r>
          </a:p>
        </p:txBody>
      </p:sp>
      <p:sp>
        <p:nvSpPr>
          <p:cNvPr id="7" name="PlaceHolder 6"/>
          <p:cNvSpPr>
            <a:spLocks noGrp="1"/>
          </p:cNvSpPr>
          <p:nvPr>
            <p:ph type="sldNum" idx="107"/>
          </p:nvPr>
        </p:nvSpPr>
        <p:spPr/>
        <p:txBody>
          <a:bodyPr/>
          <a:p>
            <a:fld id="{C024322B-E881-438D-BFFE-13302E1B3996}" type="slidenum">
              <a:t>&lt;#&gt;</a:t>
            </a:fld>
          </a:p>
        </p:txBody>
      </p:sp>
      <p:sp>
        <p:nvSpPr>
          <p:cNvPr id="8" name="PlaceHolder 7"/>
          <p:cNvSpPr>
            <a:spLocks noGrp="1"/>
          </p:cNvSpPr>
          <p:nvPr>
            <p:ph type="dt" idx="108"/>
          </p:nvPr>
        </p:nvSpPr>
        <p:spPr/>
        <p:txBody>
          <a:bodyPr/>
          <a:p>
            <a:r>
              <a:rPr lang="es-MX"/>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Predeterminado 24">
    <p:spTree>
      <p:nvGrpSpPr>
        <p:cNvPr id="1" name=""/>
        <p:cNvGrpSpPr/>
        <p:nvPr/>
      </p:nvGrpSpPr>
      <p:grpSpPr>
        <a:xfrm>
          <a:off x="0" y="0"/>
          <a:ext cx="0" cy="0"/>
          <a:chOff x="0" y="0"/>
          <a:chExt cx="0" cy="0"/>
        </a:xfrm>
      </p:grpSpPr>
      <p:sp>
        <p:nvSpPr>
          <p:cNvPr id="30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30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30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306"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109"/>
          </p:nvPr>
        </p:nvSpPr>
        <p:spPr/>
        <p:txBody>
          <a:bodyPr/>
          <a:p>
            <a:r>
              <a:t>Footer</a:t>
            </a:r>
          </a:p>
        </p:txBody>
      </p:sp>
      <p:sp>
        <p:nvSpPr>
          <p:cNvPr id="7" name="PlaceHolder 6"/>
          <p:cNvSpPr>
            <a:spLocks noGrp="1"/>
          </p:cNvSpPr>
          <p:nvPr>
            <p:ph type="sldNum" idx="110"/>
          </p:nvPr>
        </p:nvSpPr>
        <p:spPr/>
        <p:txBody>
          <a:bodyPr/>
          <a:p>
            <a:fld id="{21BB91D6-530B-4B34-A8EC-A51A4B6C5AC0}" type="slidenum">
              <a:t>&lt;#&gt;</a:t>
            </a:fld>
          </a:p>
        </p:txBody>
      </p:sp>
      <p:sp>
        <p:nvSpPr>
          <p:cNvPr id="8" name="PlaceHolder 7"/>
          <p:cNvSpPr>
            <a:spLocks noGrp="1"/>
          </p:cNvSpPr>
          <p:nvPr>
            <p:ph type="dt" idx="111"/>
          </p:nvPr>
        </p:nvSpPr>
        <p:spPr/>
        <p:txBody>
          <a:bodyPr/>
          <a:p>
            <a:r>
              <a:rPr lang="es-MX"/>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Predeterminado 25">
    <p:spTree>
      <p:nvGrpSpPr>
        <p:cNvPr id="1" name=""/>
        <p:cNvGrpSpPr/>
        <p:nvPr/>
      </p:nvGrpSpPr>
      <p:grpSpPr>
        <a:xfrm>
          <a:off x="0" y="0"/>
          <a:ext cx="0" cy="0"/>
          <a:chOff x="0" y="0"/>
          <a:chExt cx="0" cy="0"/>
        </a:xfrm>
      </p:grpSpPr>
      <p:sp>
        <p:nvSpPr>
          <p:cNvPr id="31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314"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315"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 name="PlaceHolder 4"/>
          <p:cNvSpPr>
            <a:spLocks noGrp="1"/>
          </p:cNvSpPr>
          <p:nvPr>
            <p:ph type="ftr" idx="112"/>
          </p:nvPr>
        </p:nvSpPr>
        <p:spPr/>
        <p:txBody>
          <a:bodyPr/>
          <a:p>
            <a:r>
              <a:t>Footer</a:t>
            </a:r>
          </a:p>
        </p:txBody>
      </p:sp>
      <p:sp>
        <p:nvSpPr>
          <p:cNvPr id="6" name="PlaceHolder 5"/>
          <p:cNvSpPr>
            <a:spLocks noGrp="1"/>
          </p:cNvSpPr>
          <p:nvPr>
            <p:ph type="sldNum" idx="113"/>
          </p:nvPr>
        </p:nvSpPr>
        <p:spPr/>
        <p:txBody>
          <a:bodyPr/>
          <a:p>
            <a:fld id="{C011E015-6C8E-4926-8082-28E4810DA0EE}" type="slidenum">
              <a:t>&lt;#&gt;</a:t>
            </a:fld>
          </a:p>
        </p:txBody>
      </p:sp>
      <p:sp>
        <p:nvSpPr>
          <p:cNvPr id="7" name="PlaceHolder 6"/>
          <p:cNvSpPr>
            <a:spLocks noGrp="1"/>
          </p:cNvSpPr>
          <p:nvPr>
            <p:ph type="dt" idx="114"/>
          </p:nvPr>
        </p:nvSpPr>
        <p:spPr/>
        <p:txBody>
          <a:bodyPr/>
          <a:p>
            <a:r>
              <a:rPr lang="es-MX"/>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Predeterminado 26">
    <p:spTree>
      <p:nvGrpSpPr>
        <p:cNvPr id="1" name=""/>
        <p:cNvGrpSpPr/>
        <p:nvPr/>
      </p:nvGrpSpPr>
      <p:grpSpPr>
        <a:xfrm>
          <a:off x="0" y="0"/>
          <a:ext cx="0" cy="0"/>
          <a:chOff x="0" y="0"/>
          <a:chExt cx="0" cy="0"/>
        </a:xfrm>
      </p:grpSpPr>
      <p:sp>
        <p:nvSpPr>
          <p:cNvPr id="3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32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32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32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328"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7" name="PlaceHolder 6"/>
          <p:cNvSpPr>
            <a:spLocks noGrp="1"/>
          </p:cNvSpPr>
          <p:nvPr>
            <p:ph type="ftr" idx="115"/>
          </p:nvPr>
        </p:nvSpPr>
        <p:spPr/>
        <p:txBody>
          <a:bodyPr/>
          <a:p>
            <a:r>
              <a:t>Footer</a:t>
            </a:r>
          </a:p>
        </p:txBody>
      </p:sp>
      <p:sp>
        <p:nvSpPr>
          <p:cNvPr id="8" name="PlaceHolder 7"/>
          <p:cNvSpPr>
            <a:spLocks noGrp="1"/>
          </p:cNvSpPr>
          <p:nvPr>
            <p:ph type="sldNum" idx="116"/>
          </p:nvPr>
        </p:nvSpPr>
        <p:spPr/>
        <p:txBody>
          <a:bodyPr/>
          <a:p>
            <a:fld id="{BD8F6DBE-4BF4-4BEA-ADA2-F53A293A5705}" type="slidenum">
              <a:t>&lt;#&gt;</a:t>
            </a:fld>
          </a:p>
        </p:txBody>
      </p:sp>
      <p:sp>
        <p:nvSpPr>
          <p:cNvPr id="9" name="PlaceHolder 8"/>
          <p:cNvSpPr>
            <a:spLocks noGrp="1"/>
          </p:cNvSpPr>
          <p:nvPr>
            <p:ph type="dt" idx="117"/>
          </p:nvPr>
        </p:nvSpPr>
        <p:spPr/>
        <p:txBody>
          <a:bodyPr/>
          <a:p>
            <a:r>
              <a:rPr lang="es-MX"/>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27">
    <p:spTree>
      <p:nvGrpSpPr>
        <p:cNvPr id="1" name=""/>
        <p:cNvGrpSpPr/>
        <p:nvPr/>
      </p:nvGrpSpPr>
      <p:grpSpPr>
        <a:xfrm>
          <a:off x="0" y="0"/>
          <a:ext cx="0" cy="0"/>
          <a:chOff x="0" y="0"/>
          <a:chExt cx="0" cy="0"/>
        </a:xfrm>
      </p:grpSpPr>
      <p:sp>
        <p:nvSpPr>
          <p:cNvPr id="2" name="PlaceHolder 1"/>
          <p:cNvSpPr>
            <a:spLocks noGrp="1"/>
          </p:cNvSpPr>
          <p:nvPr>
            <p:ph type="ftr" idx="118"/>
          </p:nvPr>
        </p:nvSpPr>
        <p:spPr/>
        <p:txBody>
          <a:bodyPr/>
          <a:p>
            <a:r>
              <a:t>Footer</a:t>
            </a:r>
          </a:p>
        </p:txBody>
      </p:sp>
      <p:sp>
        <p:nvSpPr>
          <p:cNvPr id="3" name="PlaceHolder 2"/>
          <p:cNvSpPr>
            <a:spLocks noGrp="1"/>
          </p:cNvSpPr>
          <p:nvPr>
            <p:ph type="sldNum" idx="119"/>
          </p:nvPr>
        </p:nvSpPr>
        <p:spPr/>
        <p:txBody>
          <a:bodyPr/>
          <a:p>
            <a:fld id="{C247ACCF-B088-4006-A9EF-992B7C4F7A7B}" type="slidenum">
              <a:t>&lt;#&gt;</a:t>
            </a:fld>
          </a:p>
        </p:txBody>
      </p:sp>
      <p:sp>
        <p:nvSpPr>
          <p:cNvPr id="4" name="PlaceHolder 3"/>
          <p:cNvSpPr>
            <a:spLocks noGrp="1"/>
          </p:cNvSpPr>
          <p:nvPr>
            <p:ph type="dt" idx="120"/>
          </p:nvPr>
        </p:nvSpPr>
        <p:spPr/>
        <p:txBody>
          <a:bodyPr/>
          <a:p>
            <a:r>
              <a:rPr lang="es-MX"/>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28">
    <p:spTree>
      <p:nvGrpSpPr>
        <p:cNvPr id="1" name=""/>
        <p:cNvGrpSpPr/>
        <p:nvPr/>
      </p:nvGrpSpPr>
      <p:grpSpPr>
        <a:xfrm>
          <a:off x="0" y="0"/>
          <a:ext cx="0" cy="0"/>
          <a:chOff x="0" y="0"/>
          <a:chExt cx="0" cy="0"/>
        </a:xfrm>
      </p:grpSpPr>
      <p:sp>
        <p:nvSpPr>
          <p:cNvPr id="2" name="PlaceHolder 1"/>
          <p:cNvSpPr>
            <a:spLocks noGrp="1"/>
          </p:cNvSpPr>
          <p:nvPr>
            <p:ph type="ftr" idx="121"/>
          </p:nvPr>
        </p:nvSpPr>
        <p:spPr/>
        <p:txBody>
          <a:bodyPr/>
          <a:p>
            <a:r>
              <a:t>Footer</a:t>
            </a:r>
          </a:p>
        </p:txBody>
      </p:sp>
      <p:sp>
        <p:nvSpPr>
          <p:cNvPr id="3" name="PlaceHolder 2"/>
          <p:cNvSpPr>
            <a:spLocks noGrp="1"/>
          </p:cNvSpPr>
          <p:nvPr>
            <p:ph type="sldNum" idx="122"/>
          </p:nvPr>
        </p:nvSpPr>
        <p:spPr/>
        <p:txBody>
          <a:bodyPr/>
          <a:p>
            <a:fld id="{529714F7-07DF-42A6-8E65-644A1DE17D78}" type="slidenum">
              <a:t>&lt;#&gt;</a:t>
            </a:fld>
          </a:p>
        </p:txBody>
      </p:sp>
      <p:sp>
        <p:nvSpPr>
          <p:cNvPr id="4" name="PlaceHolder 3"/>
          <p:cNvSpPr>
            <a:spLocks noGrp="1"/>
          </p:cNvSpPr>
          <p:nvPr>
            <p:ph type="dt" idx="123"/>
          </p:nvPr>
        </p:nvSpPr>
        <p:spPr/>
        <p:txBody>
          <a:bodyPr/>
          <a:p>
            <a:r>
              <a:rPr lang="es-MX"/>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redeterminado 29">
    <p:spTree>
      <p:nvGrpSpPr>
        <p:cNvPr id="1" name=""/>
        <p:cNvGrpSpPr/>
        <p:nvPr/>
      </p:nvGrpSpPr>
      <p:grpSpPr>
        <a:xfrm>
          <a:off x="0" y="0"/>
          <a:ext cx="0" cy="0"/>
          <a:chOff x="0" y="0"/>
          <a:chExt cx="0" cy="0"/>
        </a:xfrm>
      </p:grpSpPr>
      <p:sp>
        <p:nvSpPr>
          <p:cNvPr id="34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34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 name="PlaceHolder 3"/>
          <p:cNvSpPr>
            <a:spLocks noGrp="1"/>
          </p:cNvSpPr>
          <p:nvPr>
            <p:ph type="ftr" idx="124"/>
          </p:nvPr>
        </p:nvSpPr>
        <p:spPr/>
        <p:txBody>
          <a:bodyPr/>
          <a:p>
            <a:r>
              <a:t>Footer</a:t>
            </a:r>
          </a:p>
        </p:txBody>
      </p:sp>
      <p:sp>
        <p:nvSpPr>
          <p:cNvPr id="5" name="PlaceHolder 4"/>
          <p:cNvSpPr>
            <a:spLocks noGrp="1"/>
          </p:cNvSpPr>
          <p:nvPr>
            <p:ph type="sldNum" idx="125"/>
          </p:nvPr>
        </p:nvSpPr>
        <p:spPr/>
        <p:txBody>
          <a:bodyPr/>
          <a:p>
            <a:fld id="{D67F953B-8CA5-4E98-9A35-868B2CADED1E}" type="slidenum">
              <a:t>&lt;#&gt;</a:t>
            </a:fld>
          </a:p>
        </p:txBody>
      </p:sp>
      <p:sp>
        <p:nvSpPr>
          <p:cNvPr id="6" name="PlaceHolder 5"/>
          <p:cNvSpPr>
            <a:spLocks noGrp="1"/>
          </p:cNvSpPr>
          <p:nvPr>
            <p:ph type="dt" idx="126"/>
          </p:nvPr>
        </p:nvSpPr>
        <p:spPr/>
        <p:txBody>
          <a:bodyPr/>
          <a:p>
            <a:r>
              <a:rPr lang="es-MX"/>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redeterminado 30">
    <p:spTree>
      <p:nvGrpSpPr>
        <p:cNvPr id="1" name=""/>
        <p:cNvGrpSpPr/>
        <p:nvPr/>
      </p:nvGrpSpPr>
      <p:grpSpPr>
        <a:xfrm>
          <a:off x="0" y="0"/>
          <a:ext cx="0" cy="0"/>
          <a:chOff x="0" y="0"/>
          <a:chExt cx="0" cy="0"/>
        </a:xfrm>
      </p:grpSpPr>
      <p:sp>
        <p:nvSpPr>
          <p:cNvPr id="35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354"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 name="PlaceHolder 3"/>
          <p:cNvSpPr>
            <a:spLocks noGrp="1"/>
          </p:cNvSpPr>
          <p:nvPr>
            <p:ph type="ftr" idx="127"/>
          </p:nvPr>
        </p:nvSpPr>
        <p:spPr/>
        <p:txBody>
          <a:bodyPr/>
          <a:p>
            <a:r>
              <a:t>Footer</a:t>
            </a:r>
          </a:p>
        </p:txBody>
      </p:sp>
      <p:sp>
        <p:nvSpPr>
          <p:cNvPr id="5" name="PlaceHolder 4"/>
          <p:cNvSpPr>
            <a:spLocks noGrp="1"/>
          </p:cNvSpPr>
          <p:nvPr>
            <p:ph type="sldNum" idx="128"/>
          </p:nvPr>
        </p:nvSpPr>
        <p:spPr/>
        <p:txBody>
          <a:bodyPr/>
          <a:p>
            <a:fld id="{EA6A036B-8C26-4296-8F7B-29B4F44CAE28}" type="slidenum">
              <a:t>&lt;#&gt;</a:t>
            </a:fld>
          </a:p>
        </p:txBody>
      </p:sp>
      <p:sp>
        <p:nvSpPr>
          <p:cNvPr id="6" name="PlaceHolder 5"/>
          <p:cNvSpPr>
            <a:spLocks noGrp="1"/>
          </p:cNvSpPr>
          <p:nvPr>
            <p:ph type="dt" idx="129"/>
          </p:nvPr>
        </p:nvSpPr>
        <p:spPr/>
        <p:txBody>
          <a:bodyPr/>
          <a:p>
            <a:r>
              <a:rPr lang="es-MX"/>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31">
    <p:spTree>
      <p:nvGrpSpPr>
        <p:cNvPr id="1" name=""/>
        <p:cNvGrpSpPr/>
        <p:nvPr/>
      </p:nvGrpSpPr>
      <p:grpSpPr>
        <a:xfrm>
          <a:off x="0" y="0"/>
          <a:ext cx="0" cy="0"/>
          <a:chOff x="0" y="0"/>
          <a:chExt cx="0" cy="0"/>
        </a:xfrm>
      </p:grpSpPr>
      <p:sp>
        <p:nvSpPr>
          <p:cNvPr id="36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36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36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 name="PlaceHolder 4"/>
          <p:cNvSpPr>
            <a:spLocks noGrp="1"/>
          </p:cNvSpPr>
          <p:nvPr>
            <p:ph type="ftr" idx="130"/>
          </p:nvPr>
        </p:nvSpPr>
        <p:spPr/>
        <p:txBody>
          <a:bodyPr/>
          <a:p>
            <a:r>
              <a:t>Footer</a:t>
            </a:r>
          </a:p>
        </p:txBody>
      </p:sp>
      <p:sp>
        <p:nvSpPr>
          <p:cNvPr id="6" name="PlaceHolder 5"/>
          <p:cNvSpPr>
            <a:spLocks noGrp="1"/>
          </p:cNvSpPr>
          <p:nvPr>
            <p:ph type="sldNum" idx="131"/>
          </p:nvPr>
        </p:nvSpPr>
        <p:spPr/>
        <p:txBody>
          <a:bodyPr/>
          <a:p>
            <a:fld id="{44AAC3FF-03CD-4490-B38D-93962F95F073}" type="slidenum">
              <a:t>&lt;#&gt;</a:t>
            </a:fld>
          </a:p>
        </p:txBody>
      </p:sp>
      <p:sp>
        <p:nvSpPr>
          <p:cNvPr id="7" name="PlaceHolder 6"/>
          <p:cNvSpPr>
            <a:spLocks noGrp="1"/>
          </p:cNvSpPr>
          <p:nvPr>
            <p:ph type="dt" idx="132"/>
          </p:nvPr>
        </p:nvSpPr>
        <p:spPr/>
        <p:txBody>
          <a:bodyPr/>
          <a:p>
            <a:r>
              <a:rPr lang="es-MX"/>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32">
    <p:spTree>
      <p:nvGrpSpPr>
        <p:cNvPr id="1" name=""/>
        <p:cNvGrpSpPr/>
        <p:nvPr/>
      </p:nvGrpSpPr>
      <p:grpSpPr>
        <a:xfrm>
          <a:off x="0" y="0"/>
          <a:ext cx="0" cy="0"/>
          <a:chOff x="0" y="0"/>
          <a:chExt cx="0" cy="0"/>
        </a:xfrm>
      </p:grpSpPr>
      <p:sp>
        <p:nvSpPr>
          <p:cNvPr id="3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3" name="PlaceHolder 2"/>
          <p:cNvSpPr>
            <a:spLocks noGrp="1"/>
          </p:cNvSpPr>
          <p:nvPr>
            <p:ph type="ftr" idx="133"/>
          </p:nvPr>
        </p:nvSpPr>
        <p:spPr/>
        <p:txBody>
          <a:bodyPr/>
          <a:p>
            <a:r>
              <a:t>Footer</a:t>
            </a:r>
          </a:p>
        </p:txBody>
      </p:sp>
      <p:sp>
        <p:nvSpPr>
          <p:cNvPr id="4" name="PlaceHolder 3"/>
          <p:cNvSpPr>
            <a:spLocks noGrp="1"/>
          </p:cNvSpPr>
          <p:nvPr>
            <p:ph type="sldNum" idx="134"/>
          </p:nvPr>
        </p:nvSpPr>
        <p:spPr/>
        <p:txBody>
          <a:bodyPr/>
          <a:p>
            <a:fld id="{DCFB32DA-6150-4A48-9EFD-A848876BCBBE}" type="slidenum">
              <a:t>&lt;#&gt;</a:t>
            </a:fld>
          </a:p>
        </p:txBody>
      </p:sp>
      <p:sp>
        <p:nvSpPr>
          <p:cNvPr id="5" name="PlaceHolder 4"/>
          <p:cNvSpPr>
            <a:spLocks noGrp="1"/>
          </p:cNvSpPr>
          <p:nvPr>
            <p:ph type="dt" idx="135"/>
          </p:nvPr>
        </p:nvSpPr>
        <p:spPr/>
        <p:txBody>
          <a:bodyPr/>
          <a:p>
            <a:r>
              <a:rPr lang="es-MX"/>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Predeterminado 33">
    <p:spTree>
      <p:nvGrpSpPr>
        <p:cNvPr id="1" name=""/>
        <p:cNvGrpSpPr/>
        <p:nvPr/>
      </p:nvGrpSpPr>
      <p:grpSpPr>
        <a:xfrm>
          <a:off x="0" y="0"/>
          <a:ext cx="0" cy="0"/>
          <a:chOff x="0" y="0"/>
          <a:chExt cx="0" cy="0"/>
        </a:xfrm>
      </p:grpSpPr>
      <p:sp>
        <p:nvSpPr>
          <p:cNvPr id="2" name="PlaceHolder 1"/>
          <p:cNvSpPr>
            <a:spLocks noGrp="1"/>
          </p:cNvSpPr>
          <p:nvPr>
            <p:ph type="ftr" idx="136"/>
          </p:nvPr>
        </p:nvSpPr>
        <p:spPr/>
        <p:txBody>
          <a:bodyPr/>
          <a:p>
            <a:r>
              <a:t>Footer</a:t>
            </a:r>
          </a:p>
        </p:txBody>
      </p:sp>
      <p:sp>
        <p:nvSpPr>
          <p:cNvPr id="3" name="PlaceHolder 2"/>
          <p:cNvSpPr>
            <a:spLocks noGrp="1"/>
          </p:cNvSpPr>
          <p:nvPr>
            <p:ph type="sldNum" idx="137"/>
          </p:nvPr>
        </p:nvSpPr>
        <p:spPr/>
        <p:txBody>
          <a:bodyPr/>
          <a:p>
            <a:fld id="{37F20943-97CF-4515-98A7-4A8D408644E5}" type="slidenum">
              <a:t>&lt;#&gt;</a:t>
            </a:fld>
          </a:p>
        </p:txBody>
      </p:sp>
      <p:sp>
        <p:nvSpPr>
          <p:cNvPr id="4" name="PlaceHolder 3"/>
          <p:cNvSpPr>
            <a:spLocks noGrp="1"/>
          </p:cNvSpPr>
          <p:nvPr>
            <p:ph type="dt" idx="138"/>
          </p:nvPr>
        </p:nvSpPr>
        <p:spPr/>
        <p:txBody>
          <a:bodyPr/>
          <a:p>
            <a:r>
              <a:rPr lang="es-MX"/>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Predeterminado 34">
    <p:spTree>
      <p:nvGrpSpPr>
        <p:cNvPr id="1" name=""/>
        <p:cNvGrpSpPr/>
        <p:nvPr/>
      </p:nvGrpSpPr>
      <p:grpSpPr>
        <a:xfrm>
          <a:off x="0" y="0"/>
          <a:ext cx="0" cy="0"/>
          <a:chOff x="0" y="0"/>
          <a:chExt cx="0" cy="0"/>
        </a:xfrm>
      </p:grpSpPr>
      <p:sp>
        <p:nvSpPr>
          <p:cNvPr id="38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38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38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38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139"/>
          </p:nvPr>
        </p:nvSpPr>
        <p:spPr/>
        <p:txBody>
          <a:bodyPr/>
          <a:p>
            <a:r>
              <a:t>Footer</a:t>
            </a:r>
          </a:p>
        </p:txBody>
      </p:sp>
      <p:sp>
        <p:nvSpPr>
          <p:cNvPr id="7" name="PlaceHolder 6"/>
          <p:cNvSpPr>
            <a:spLocks noGrp="1"/>
          </p:cNvSpPr>
          <p:nvPr>
            <p:ph type="sldNum" idx="140"/>
          </p:nvPr>
        </p:nvSpPr>
        <p:spPr/>
        <p:txBody>
          <a:bodyPr/>
          <a:p>
            <a:fld id="{2F925EFD-0924-4F23-ACD5-C78B686932BA}" type="slidenum">
              <a:t>&lt;#&gt;</a:t>
            </a:fld>
          </a:p>
        </p:txBody>
      </p:sp>
      <p:sp>
        <p:nvSpPr>
          <p:cNvPr id="8" name="PlaceHolder 7"/>
          <p:cNvSpPr>
            <a:spLocks noGrp="1"/>
          </p:cNvSpPr>
          <p:nvPr>
            <p:ph type="dt" idx="141"/>
          </p:nvPr>
        </p:nvSpPr>
        <p:spPr/>
        <p:txBody>
          <a:bodyPr/>
          <a:p>
            <a:r>
              <a:rPr lang="es-MX"/>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Predeterminado 35">
    <p:spTree>
      <p:nvGrpSpPr>
        <p:cNvPr id="1" name=""/>
        <p:cNvGrpSpPr/>
        <p:nvPr/>
      </p:nvGrpSpPr>
      <p:grpSpPr>
        <a:xfrm>
          <a:off x="0" y="0"/>
          <a:ext cx="0" cy="0"/>
          <a:chOff x="0" y="0"/>
          <a:chExt cx="0" cy="0"/>
        </a:xfrm>
      </p:grpSpPr>
      <p:sp>
        <p:nvSpPr>
          <p:cNvPr id="39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39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39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394"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142"/>
          </p:nvPr>
        </p:nvSpPr>
        <p:spPr/>
        <p:txBody>
          <a:bodyPr/>
          <a:p>
            <a:r>
              <a:t>Footer</a:t>
            </a:r>
          </a:p>
        </p:txBody>
      </p:sp>
      <p:sp>
        <p:nvSpPr>
          <p:cNvPr id="7" name="PlaceHolder 6"/>
          <p:cNvSpPr>
            <a:spLocks noGrp="1"/>
          </p:cNvSpPr>
          <p:nvPr>
            <p:ph type="sldNum" idx="143"/>
          </p:nvPr>
        </p:nvSpPr>
        <p:spPr/>
        <p:txBody>
          <a:bodyPr/>
          <a:p>
            <a:fld id="{54EA4ADE-3A53-4823-B67A-EFDC2BF26051}" type="slidenum">
              <a:t>&lt;#&gt;</a:t>
            </a:fld>
          </a:p>
        </p:txBody>
      </p:sp>
      <p:sp>
        <p:nvSpPr>
          <p:cNvPr id="8" name="PlaceHolder 7"/>
          <p:cNvSpPr>
            <a:spLocks noGrp="1"/>
          </p:cNvSpPr>
          <p:nvPr>
            <p:ph type="dt" idx="144"/>
          </p:nvPr>
        </p:nvSpPr>
        <p:spPr/>
        <p:txBody>
          <a:bodyPr/>
          <a:p>
            <a:r>
              <a:rPr lang="es-MX"/>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Predeterminado 36">
    <p:spTree>
      <p:nvGrpSpPr>
        <p:cNvPr id="1" name=""/>
        <p:cNvGrpSpPr/>
        <p:nvPr/>
      </p:nvGrpSpPr>
      <p:grpSpPr>
        <a:xfrm>
          <a:off x="0" y="0"/>
          <a:ext cx="0" cy="0"/>
          <a:chOff x="0" y="0"/>
          <a:chExt cx="0" cy="0"/>
        </a:xfrm>
      </p:grpSpPr>
      <p:sp>
        <p:nvSpPr>
          <p:cNvPr id="40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40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0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0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145"/>
          </p:nvPr>
        </p:nvSpPr>
        <p:spPr/>
        <p:txBody>
          <a:bodyPr/>
          <a:p>
            <a:r>
              <a:t>Footer</a:t>
            </a:r>
          </a:p>
        </p:txBody>
      </p:sp>
      <p:sp>
        <p:nvSpPr>
          <p:cNvPr id="7" name="PlaceHolder 6"/>
          <p:cNvSpPr>
            <a:spLocks noGrp="1"/>
          </p:cNvSpPr>
          <p:nvPr>
            <p:ph type="sldNum" idx="146"/>
          </p:nvPr>
        </p:nvSpPr>
        <p:spPr/>
        <p:txBody>
          <a:bodyPr/>
          <a:p>
            <a:fld id="{E60F7ED5-D28A-43AE-A7F7-9947871D5C58}" type="slidenum">
              <a:t>&lt;#&gt;</a:t>
            </a:fld>
          </a:p>
        </p:txBody>
      </p:sp>
      <p:sp>
        <p:nvSpPr>
          <p:cNvPr id="8" name="PlaceHolder 7"/>
          <p:cNvSpPr>
            <a:spLocks noGrp="1"/>
          </p:cNvSpPr>
          <p:nvPr>
            <p:ph type="dt" idx="147"/>
          </p:nvPr>
        </p:nvSpPr>
        <p:spPr/>
        <p:txBody>
          <a:bodyPr/>
          <a:p>
            <a:r>
              <a:rPr lang="es-MX"/>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Predeterminado 37">
    <p:spTree>
      <p:nvGrpSpPr>
        <p:cNvPr id="1" name=""/>
        <p:cNvGrpSpPr/>
        <p:nvPr/>
      </p:nvGrpSpPr>
      <p:grpSpPr>
        <a:xfrm>
          <a:off x="0" y="0"/>
          <a:ext cx="0" cy="0"/>
          <a:chOff x="0" y="0"/>
          <a:chExt cx="0" cy="0"/>
        </a:xfrm>
      </p:grpSpPr>
      <p:sp>
        <p:nvSpPr>
          <p:cNvPr id="4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413"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14"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 name="PlaceHolder 4"/>
          <p:cNvSpPr>
            <a:spLocks noGrp="1"/>
          </p:cNvSpPr>
          <p:nvPr>
            <p:ph type="ftr" idx="148"/>
          </p:nvPr>
        </p:nvSpPr>
        <p:spPr/>
        <p:txBody>
          <a:bodyPr/>
          <a:p>
            <a:r>
              <a:t>Footer</a:t>
            </a:r>
          </a:p>
        </p:txBody>
      </p:sp>
      <p:sp>
        <p:nvSpPr>
          <p:cNvPr id="6" name="PlaceHolder 5"/>
          <p:cNvSpPr>
            <a:spLocks noGrp="1"/>
          </p:cNvSpPr>
          <p:nvPr>
            <p:ph type="sldNum" idx="149"/>
          </p:nvPr>
        </p:nvSpPr>
        <p:spPr/>
        <p:txBody>
          <a:bodyPr/>
          <a:p>
            <a:fld id="{EF7F8832-3425-4E24-BE3C-1F1893DC3BE7}" type="slidenum">
              <a:t>&lt;#&gt;</a:t>
            </a:fld>
          </a:p>
        </p:txBody>
      </p:sp>
      <p:sp>
        <p:nvSpPr>
          <p:cNvPr id="7" name="PlaceHolder 6"/>
          <p:cNvSpPr>
            <a:spLocks noGrp="1"/>
          </p:cNvSpPr>
          <p:nvPr>
            <p:ph type="dt" idx="150"/>
          </p:nvPr>
        </p:nvSpPr>
        <p:spPr/>
        <p:txBody>
          <a:bodyPr/>
          <a:p>
            <a:r>
              <a:rPr lang="es-MX"/>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Predeterminado 38">
    <p:spTree>
      <p:nvGrpSpPr>
        <p:cNvPr id="1" name=""/>
        <p:cNvGrpSpPr/>
        <p:nvPr/>
      </p:nvGrpSpPr>
      <p:grpSpPr>
        <a:xfrm>
          <a:off x="0" y="0"/>
          <a:ext cx="0" cy="0"/>
          <a:chOff x="0" y="0"/>
          <a:chExt cx="0" cy="0"/>
        </a:xfrm>
      </p:grpSpPr>
      <p:sp>
        <p:nvSpPr>
          <p:cNvPr id="42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42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2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2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27"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7" name="PlaceHolder 6"/>
          <p:cNvSpPr>
            <a:spLocks noGrp="1"/>
          </p:cNvSpPr>
          <p:nvPr>
            <p:ph type="ftr" idx="151"/>
          </p:nvPr>
        </p:nvSpPr>
        <p:spPr/>
        <p:txBody>
          <a:bodyPr/>
          <a:p>
            <a:r>
              <a:t>Footer</a:t>
            </a:r>
          </a:p>
        </p:txBody>
      </p:sp>
      <p:sp>
        <p:nvSpPr>
          <p:cNvPr id="8" name="PlaceHolder 7"/>
          <p:cNvSpPr>
            <a:spLocks noGrp="1"/>
          </p:cNvSpPr>
          <p:nvPr>
            <p:ph type="sldNum" idx="152"/>
          </p:nvPr>
        </p:nvSpPr>
        <p:spPr/>
        <p:txBody>
          <a:bodyPr/>
          <a:p>
            <a:fld id="{62972959-67A1-4E9A-AA50-1C74FD7D9AF1}" type="slidenum">
              <a:t>&lt;#&gt;</a:t>
            </a:fld>
          </a:p>
        </p:txBody>
      </p:sp>
      <p:sp>
        <p:nvSpPr>
          <p:cNvPr id="9" name="PlaceHolder 8"/>
          <p:cNvSpPr>
            <a:spLocks noGrp="1"/>
          </p:cNvSpPr>
          <p:nvPr>
            <p:ph type="dt" idx="153"/>
          </p:nvPr>
        </p:nvSpPr>
        <p:spPr/>
        <p:txBody>
          <a:bodyPr/>
          <a:p>
            <a:r>
              <a:rPr lang="es-MX"/>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39">
    <p:spTree>
      <p:nvGrpSpPr>
        <p:cNvPr id="1" name=""/>
        <p:cNvGrpSpPr/>
        <p:nvPr/>
      </p:nvGrpSpPr>
      <p:grpSpPr>
        <a:xfrm>
          <a:off x="0" y="0"/>
          <a:ext cx="0" cy="0"/>
          <a:chOff x="0" y="0"/>
          <a:chExt cx="0" cy="0"/>
        </a:xfrm>
      </p:grpSpPr>
      <p:sp>
        <p:nvSpPr>
          <p:cNvPr id="2" name="PlaceHolder 1"/>
          <p:cNvSpPr>
            <a:spLocks noGrp="1"/>
          </p:cNvSpPr>
          <p:nvPr>
            <p:ph type="ftr" idx="154"/>
          </p:nvPr>
        </p:nvSpPr>
        <p:spPr/>
        <p:txBody>
          <a:bodyPr/>
          <a:p>
            <a:r>
              <a:t>Footer</a:t>
            </a:r>
          </a:p>
        </p:txBody>
      </p:sp>
      <p:sp>
        <p:nvSpPr>
          <p:cNvPr id="3" name="PlaceHolder 2"/>
          <p:cNvSpPr>
            <a:spLocks noGrp="1"/>
          </p:cNvSpPr>
          <p:nvPr>
            <p:ph type="sldNum" idx="155"/>
          </p:nvPr>
        </p:nvSpPr>
        <p:spPr/>
        <p:txBody>
          <a:bodyPr/>
          <a:p>
            <a:fld id="{F7E7D2EF-AF38-49EB-84D9-BF073249B784}" type="slidenum">
              <a:t>&lt;#&gt;</a:t>
            </a:fld>
          </a:p>
        </p:txBody>
      </p:sp>
      <p:sp>
        <p:nvSpPr>
          <p:cNvPr id="4" name="PlaceHolder 3"/>
          <p:cNvSpPr>
            <a:spLocks noGrp="1"/>
          </p:cNvSpPr>
          <p:nvPr>
            <p:ph type="dt" idx="156"/>
          </p:nvPr>
        </p:nvSpPr>
        <p:spPr/>
        <p:txBody>
          <a:bodyPr/>
          <a:p>
            <a:r>
              <a:rPr lang="es-MX"/>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40">
    <p:spTree>
      <p:nvGrpSpPr>
        <p:cNvPr id="1" name=""/>
        <p:cNvGrpSpPr/>
        <p:nvPr/>
      </p:nvGrpSpPr>
      <p:grpSpPr>
        <a:xfrm>
          <a:off x="0" y="0"/>
          <a:ext cx="0" cy="0"/>
          <a:chOff x="0" y="0"/>
          <a:chExt cx="0" cy="0"/>
        </a:xfrm>
      </p:grpSpPr>
      <p:sp>
        <p:nvSpPr>
          <p:cNvPr id="2" name="PlaceHolder 1"/>
          <p:cNvSpPr>
            <a:spLocks noGrp="1"/>
          </p:cNvSpPr>
          <p:nvPr>
            <p:ph type="ftr" idx="157"/>
          </p:nvPr>
        </p:nvSpPr>
        <p:spPr/>
        <p:txBody>
          <a:bodyPr/>
          <a:p>
            <a:r>
              <a:t>Footer</a:t>
            </a:r>
          </a:p>
        </p:txBody>
      </p:sp>
      <p:sp>
        <p:nvSpPr>
          <p:cNvPr id="3" name="PlaceHolder 2"/>
          <p:cNvSpPr>
            <a:spLocks noGrp="1"/>
          </p:cNvSpPr>
          <p:nvPr>
            <p:ph type="sldNum" idx="158"/>
          </p:nvPr>
        </p:nvSpPr>
        <p:spPr/>
        <p:txBody>
          <a:bodyPr/>
          <a:p>
            <a:fld id="{B7284600-CBFE-4E62-98C8-E2C3EE485B58}" type="slidenum">
              <a:t>&lt;#&gt;</a:t>
            </a:fld>
          </a:p>
        </p:txBody>
      </p:sp>
      <p:sp>
        <p:nvSpPr>
          <p:cNvPr id="4" name="PlaceHolder 3"/>
          <p:cNvSpPr>
            <a:spLocks noGrp="1"/>
          </p:cNvSpPr>
          <p:nvPr>
            <p:ph type="dt" idx="159"/>
          </p:nvPr>
        </p:nvSpPr>
        <p:spPr/>
        <p:txBody>
          <a:bodyPr/>
          <a:p>
            <a:r>
              <a:rPr lang="es-MX"/>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redeterminado 41">
    <p:spTree>
      <p:nvGrpSpPr>
        <p:cNvPr id="1" name=""/>
        <p:cNvGrpSpPr/>
        <p:nvPr/>
      </p:nvGrpSpPr>
      <p:grpSpPr>
        <a:xfrm>
          <a:off x="0" y="0"/>
          <a:ext cx="0" cy="0"/>
          <a:chOff x="0" y="0"/>
          <a:chExt cx="0" cy="0"/>
        </a:xfrm>
      </p:grpSpPr>
      <p:sp>
        <p:nvSpPr>
          <p:cNvPr id="4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44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 name="PlaceHolder 3"/>
          <p:cNvSpPr>
            <a:spLocks noGrp="1"/>
          </p:cNvSpPr>
          <p:nvPr>
            <p:ph type="ftr" idx="160"/>
          </p:nvPr>
        </p:nvSpPr>
        <p:spPr/>
        <p:txBody>
          <a:bodyPr/>
          <a:p>
            <a:r>
              <a:t>Footer</a:t>
            </a:r>
          </a:p>
        </p:txBody>
      </p:sp>
      <p:sp>
        <p:nvSpPr>
          <p:cNvPr id="5" name="PlaceHolder 4"/>
          <p:cNvSpPr>
            <a:spLocks noGrp="1"/>
          </p:cNvSpPr>
          <p:nvPr>
            <p:ph type="sldNum" idx="161"/>
          </p:nvPr>
        </p:nvSpPr>
        <p:spPr/>
        <p:txBody>
          <a:bodyPr/>
          <a:p>
            <a:fld id="{6639A46C-0163-42A2-8A3C-5CE2D0C9DA79}" type="slidenum">
              <a:t>&lt;#&gt;</a:t>
            </a:fld>
          </a:p>
        </p:txBody>
      </p:sp>
      <p:sp>
        <p:nvSpPr>
          <p:cNvPr id="6" name="PlaceHolder 5"/>
          <p:cNvSpPr>
            <a:spLocks noGrp="1"/>
          </p:cNvSpPr>
          <p:nvPr>
            <p:ph type="dt" idx="162"/>
          </p:nvPr>
        </p:nvSpPr>
        <p:spPr/>
        <p:txBody>
          <a:bodyPr/>
          <a:p>
            <a:r>
              <a:rPr lang="es-MX"/>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redeterminado 42">
    <p:spTree>
      <p:nvGrpSpPr>
        <p:cNvPr id="1" name=""/>
        <p:cNvGrpSpPr/>
        <p:nvPr/>
      </p:nvGrpSpPr>
      <p:grpSpPr>
        <a:xfrm>
          <a:off x="0" y="0"/>
          <a:ext cx="0" cy="0"/>
          <a:chOff x="0" y="0"/>
          <a:chExt cx="0" cy="0"/>
        </a:xfrm>
      </p:grpSpPr>
      <p:sp>
        <p:nvSpPr>
          <p:cNvPr id="45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45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 name="PlaceHolder 3"/>
          <p:cNvSpPr>
            <a:spLocks noGrp="1"/>
          </p:cNvSpPr>
          <p:nvPr>
            <p:ph type="ftr" idx="163"/>
          </p:nvPr>
        </p:nvSpPr>
        <p:spPr/>
        <p:txBody>
          <a:bodyPr/>
          <a:p>
            <a:r>
              <a:t>Footer</a:t>
            </a:r>
          </a:p>
        </p:txBody>
      </p:sp>
      <p:sp>
        <p:nvSpPr>
          <p:cNvPr id="5" name="PlaceHolder 4"/>
          <p:cNvSpPr>
            <a:spLocks noGrp="1"/>
          </p:cNvSpPr>
          <p:nvPr>
            <p:ph type="sldNum" idx="164"/>
          </p:nvPr>
        </p:nvSpPr>
        <p:spPr/>
        <p:txBody>
          <a:bodyPr/>
          <a:p>
            <a:fld id="{C7C56310-0B2B-49FA-97A5-5EAA18DACC83}" type="slidenum">
              <a:t>&lt;#&gt;</a:t>
            </a:fld>
          </a:p>
        </p:txBody>
      </p:sp>
      <p:sp>
        <p:nvSpPr>
          <p:cNvPr id="6" name="PlaceHolder 5"/>
          <p:cNvSpPr>
            <a:spLocks noGrp="1"/>
          </p:cNvSpPr>
          <p:nvPr>
            <p:ph type="dt" idx="165"/>
          </p:nvPr>
        </p:nvSpPr>
        <p:spPr/>
        <p:txBody>
          <a:bodyPr/>
          <a:p>
            <a:r>
              <a:rPr lang="es-MX"/>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43">
    <p:spTree>
      <p:nvGrpSpPr>
        <p:cNvPr id="1" name=""/>
        <p:cNvGrpSpPr/>
        <p:nvPr/>
      </p:nvGrpSpPr>
      <p:grpSpPr>
        <a:xfrm>
          <a:off x="0" y="0"/>
          <a:ext cx="0" cy="0"/>
          <a:chOff x="0" y="0"/>
          <a:chExt cx="0" cy="0"/>
        </a:xfrm>
      </p:grpSpPr>
      <p:sp>
        <p:nvSpPr>
          <p:cNvPr id="46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46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64"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 name="PlaceHolder 4"/>
          <p:cNvSpPr>
            <a:spLocks noGrp="1"/>
          </p:cNvSpPr>
          <p:nvPr>
            <p:ph type="ftr" idx="166"/>
          </p:nvPr>
        </p:nvSpPr>
        <p:spPr/>
        <p:txBody>
          <a:bodyPr/>
          <a:p>
            <a:r>
              <a:t>Footer</a:t>
            </a:r>
          </a:p>
        </p:txBody>
      </p:sp>
      <p:sp>
        <p:nvSpPr>
          <p:cNvPr id="6" name="PlaceHolder 5"/>
          <p:cNvSpPr>
            <a:spLocks noGrp="1"/>
          </p:cNvSpPr>
          <p:nvPr>
            <p:ph type="sldNum" idx="167"/>
          </p:nvPr>
        </p:nvSpPr>
        <p:spPr/>
        <p:txBody>
          <a:bodyPr/>
          <a:p>
            <a:fld id="{34CEAD29-A4C9-4B90-B8FE-1E6BF48E4D3A}" type="slidenum">
              <a:t>&lt;#&gt;</a:t>
            </a:fld>
          </a:p>
        </p:txBody>
      </p:sp>
      <p:sp>
        <p:nvSpPr>
          <p:cNvPr id="7" name="PlaceHolder 6"/>
          <p:cNvSpPr>
            <a:spLocks noGrp="1"/>
          </p:cNvSpPr>
          <p:nvPr>
            <p:ph type="dt" idx="168"/>
          </p:nvPr>
        </p:nvSpPr>
        <p:spPr/>
        <p:txBody>
          <a:bodyPr/>
          <a:p>
            <a:r>
              <a:rPr lang="es-MX"/>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44">
    <p:spTree>
      <p:nvGrpSpPr>
        <p:cNvPr id="1" name=""/>
        <p:cNvGrpSpPr/>
        <p:nvPr/>
      </p:nvGrpSpPr>
      <p:grpSpPr>
        <a:xfrm>
          <a:off x="0" y="0"/>
          <a:ext cx="0" cy="0"/>
          <a:chOff x="0" y="0"/>
          <a:chExt cx="0" cy="0"/>
        </a:xfrm>
      </p:grpSpPr>
      <p:sp>
        <p:nvSpPr>
          <p:cNvPr id="4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3" name="PlaceHolder 2"/>
          <p:cNvSpPr>
            <a:spLocks noGrp="1"/>
          </p:cNvSpPr>
          <p:nvPr>
            <p:ph type="ftr" idx="169"/>
          </p:nvPr>
        </p:nvSpPr>
        <p:spPr/>
        <p:txBody>
          <a:bodyPr/>
          <a:p>
            <a:r>
              <a:t>Footer</a:t>
            </a:r>
          </a:p>
        </p:txBody>
      </p:sp>
      <p:sp>
        <p:nvSpPr>
          <p:cNvPr id="4" name="PlaceHolder 3"/>
          <p:cNvSpPr>
            <a:spLocks noGrp="1"/>
          </p:cNvSpPr>
          <p:nvPr>
            <p:ph type="sldNum" idx="170"/>
          </p:nvPr>
        </p:nvSpPr>
        <p:spPr/>
        <p:txBody>
          <a:bodyPr/>
          <a:p>
            <a:fld id="{C031DB31-3E9C-442A-BA66-2ACB2A996B66}" type="slidenum">
              <a:t>&lt;#&gt;</a:t>
            </a:fld>
          </a:p>
        </p:txBody>
      </p:sp>
      <p:sp>
        <p:nvSpPr>
          <p:cNvPr id="5" name="PlaceHolder 4"/>
          <p:cNvSpPr>
            <a:spLocks noGrp="1"/>
          </p:cNvSpPr>
          <p:nvPr>
            <p:ph type="dt" idx="171"/>
          </p:nvPr>
        </p:nvSpPr>
        <p:spPr/>
        <p:txBody>
          <a:bodyPr/>
          <a:p>
            <a:r>
              <a:rPr lang="es-MX"/>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Predeterminado 45">
    <p:spTree>
      <p:nvGrpSpPr>
        <p:cNvPr id="1" name=""/>
        <p:cNvGrpSpPr/>
        <p:nvPr/>
      </p:nvGrpSpPr>
      <p:grpSpPr>
        <a:xfrm>
          <a:off x="0" y="0"/>
          <a:ext cx="0" cy="0"/>
          <a:chOff x="0" y="0"/>
          <a:chExt cx="0" cy="0"/>
        </a:xfrm>
      </p:grpSpPr>
      <p:sp>
        <p:nvSpPr>
          <p:cNvPr id="2" name="PlaceHolder 1"/>
          <p:cNvSpPr>
            <a:spLocks noGrp="1"/>
          </p:cNvSpPr>
          <p:nvPr>
            <p:ph type="ftr" idx="172"/>
          </p:nvPr>
        </p:nvSpPr>
        <p:spPr/>
        <p:txBody>
          <a:bodyPr/>
          <a:p>
            <a:r>
              <a:t>Footer</a:t>
            </a:r>
          </a:p>
        </p:txBody>
      </p:sp>
      <p:sp>
        <p:nvSpPr>
          <p:cNvPr id="3" name="PlaceHolder 2"/>
          <p:cNvSpPr>
            <a:spLocks noGrp="1"/>
          </p:cNvSpPr>
          <p:nvPr>
            <p:ph type="sldNum" idx="173"/>
          </p:nvPr>
        </p:nvSpPr>
        <p:spPr/>
        <p:txBody>
          <a:bodyPr/>
          <a:p>
            <a:fld id="{EA71D8A7-E87B-458C-93A6-7A84A9B4B9FB}" type="slidenum">
              <a:t>&lt;#&gt;</a:t>
            </a:fld>
          </a:p>
        </p:txBody>
      </p:sp>
      <p:sp>
        <p:nvSpPr>
          <p:cNvPr id="4" name="PlaceHolder 3"/>
          <p:cNvSpPr>
            <a:spLocks noGrp="1"/>
          </p:cNvSpPr>
          <p:nvPr>
            <p:ph type="dt" idx="174"/>
          </p:nvPr>
        </p:nvSpPr>
        <p:spPr/>
        <p:txBody>
          <a:bodyPr/>
          <a:p>
            <a:r>
              <a:rPr lang="es-MX"/>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Predeterminado 46">
    <p:spTree>
      <p:nvGrpSpPr>
        <p:cNvPr id="1" name=""/>
        <p:cNvGrpSpPr/>
        <p:nvPr/>
      </p:nvGrpSpPr>
      <p:grpSpPr>
        <a:xfrm>
          <a:off x="0" y="0"/>
          <a:ext cx="0" cy="0"/>
          <a:chOff x="0" y="0"/>
          <a:chExt cx="0" cy="0"/>
        </a:xfrm>
      </p:grpSpPr>
      <p:sp>
        <p:nvSpPr>
          <p:cNvPr id="48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48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8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8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175"/>
          </p:nvPr>
        </p:nvSpPr>
        <p:spPr/>
        <p:txBody>
          <a:bodyPr/>
          <a:p>
            <a:r>
              <a:t>Footer</a:t>
            </a:r>
          </a:p>
        </p:txBody>
      </p:sp>
      <p:sp>
        <p:nvSpPr>
          <p:cNvPr id="7" name="PlaceHolder 6"/>
          <p:cNvSpPr>
            <a:spLocks noGrp="1"/>
          </p:cNvSpPr>
          <p:nvPr>
            <p:ph type="sldNum" idx="176"/>
          </p:nvPr>
        </p:nvSpPr>
        <p:spPr/>
        <p:txBody>
          <a:bodyPr/>
          <a:p>
            <a:fld id="{D173F61A-F897-47A2-8E14-911211215A5D}" type="slidenum">
              <a:t>&lt;#&gt;</a:t>
            </a:fld>
          </a:p>
        </p:txBody>
      </p:sp>
      <p:sp>
        <p:nvSpPr>
          <p:cNvPr id="8" name="PlaceHolder 7"/>
          <p:cNvSpPr>
            <a:spLocks noGrp="1"/>
          </p:cNvSpPr>
          <p:nvPr>
            <p:ph type="dt" idx="177"/>
          </p:nvPr>
        </p:nvSpPr>
        <p:spPr/>
        <p:txBody>
          <a:bodyPr/>
          <a:p>
            <a:r>
              <a:rPr lang="es-MX"/>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Predeterminado 47">
    <p:spTree>
      <p:nvGrpSpPr>
        <p:cNvPr id="1" name=""/>
        <p:cNvGrpSpPr/>
        <p:nvPr/>
      </p:nvGrpSpPr>
      <p:grpSpPr>
        <a:xfrm>
          <a:off x="0" y="0"/>
          <a:ext cx="0" cy="0"/>
          <a:chOff x="0" y="0"/>
          <a:chExt cx="0" cy="0"/>
        </a:xfrm>
      </p:grpSpPr>
      <p:sp>
        <p:nvSpPr>
          <p:cNvPr id="49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49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9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94"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178"/>
          </p:nvPr>
        </p:nvSpPr>
        <p:spPr/>
        <p:txBody>
          <a:bodyPr/>
          <a:p>
            <a:r>
              <a:t>Footer</a:t>
            </a:r>
          </a:p>
        </p:txBody>
      </p:sp>
      <p:sp>
        <p:nvSpPr>
          <p:cNvPr id="7" name="PlaceHolder 6"/>
          <p:cNvSpPr>
            <a:spLocks noGrp="1"/>
          </p:cNvSpPr>
          <p:nvPr>
            <p:ph type="sldNum" idx="179"/>
          </p:nvPr>
        </p:nvSpPr>
        <p:spPr/>
        <p:txBody>
          <a:bodyPr/>
          <a:p>
            <a:fld id="{9C066435-ACBF-48B1-8E65-3B144D626B8C}" type="slidenum">
              <a:t>&lt;#&gt;</a:t>
            </a:fld>
          </a:p>
        </p:txBody>
      </p:sp>
      <p:sp>
        <p:nvSpPr>
          <p:cNvPr id="8" name="PlaceHolder 7"/>
          <p:cNvSpPr>
            <a:spLocks noGrp="1"/>
          </p:cNvSpPr>
          <p:nvPr>
            <p:ph type="dt" idx="180"/>
          </p:nvPr>
        </p:nvSpPr>
        <p:spPr/>
        <p:txBody>
          <a:bodyPr/>
          <a:p>
            <a:r>
              <a:rPr lang="es-MX"/>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Predeterminado 48">
    <p:spTree>
      <p:nvGrpSpPr>
        <p:cNvPr id="1" name=""/>
        <p:cNvGrpSpPr/>
        <p:nvPr/>
      </p:nvGrpSpPr>
      <p:grpSpPr>
        <a:xfrm>
          <a:off x="0" y="0"/>
          <a:ext cx="0" cy="0"/>
          <a:chOff x="0" y="0"/>
          <a:chExt cx="0" cy="0"/>
        </a:xfrm>
      </p:grpSpPr>
      <p:sp>
        <p:nvSpPr>
          <p:cNvPr id="50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50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0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0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181"/>
          </p:nvPr>
        </p:nvSpPr>
        <p:spPr/>
        <p:txBody>
          <a:bodyPr/>
          <a:p>
            <a:r>
              <a:t>Footer</a:t>
            </a:r>
          </a:p>
        </p:txBody>
      </p:sp>
      <p:sp>
        <p:nvSpPr>
          <p:cNvPr id="7" name="PlaceHolder 6"/>
          <p:cNvSpPr>
            <a:spLocks noGrp="1"/>
          </p:cNvSpPr>
          <p:nvPr>
            <p:ph type="sldNum" idx="182"/>
          </p:nvPr>
        </p:nvSpPr>
        <p:spPr/>
        <p:txBody>
          <a:bodyPr/>
          <a:p>
            <a:fld id="{1F946F1A-9986-4AB2-8F9B-9CC90CC6F925}" type="slidenum">
              <a:t>&lt;#&gt;</a:t>
            </a:fld>
          </a:p>
        </p:txBody>
      </p:sp>
      <p:sp>
        <p:nvSpPr>
          <p:cNvPr id="8" name="PlaceHolder 7"/>
          <p:cNvSpPr>
            <a:spLocks noGrp="1"/>
          </p:cNvSpPr>
          <p:nvPr>
            <p:ph type="dt" idx="183"/>
          </p:nvPr>
        </p:nvSpPr>
        <p:spPr/>
        <p:txBody>
          <a:bodyPr/>
          <a:p>
            <a:r>
              <a:rPr lang="es-MX"/>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Predeterminado 49">
    <p:spTree>
      <p:nvGrpSpPr>
        <p:cNvPr id="1" name=""/>
        <p:cNvGrpSpPr/>
        <p:nvPr/>
      </p:nvGrpSpPr>
      <p:grpSpPr>
        <a:xfrm>
          <a:off x="0" y="0"/>
          <a:ext cx="0" cy="0"/>
          <a:chOff x="0" y="0"/>
          <a:chExt cx="0" cy="0"/>
        </a:xfrm>
      </p:grpSpPr>
      <p:sp>
        <p:nvSpPr>
          <p:cNvPr id="5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513"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14"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 name="PlaceHolder 4"/>
          <p:cNvSpPr>
            <a:spLocks noGrp="1"/>
          </p:cNvSpPr>
          <p:nvPr>
            <p:ph type="ftr" idx="184"/>
          </p:nvPr>
        </p:nvSpPr>
        <p:spPr/>
        <p:txBody>
          <a:bodyPr/>
          <a:p>
            <a:r>
              <a:t>Footer</a:t>
            </a:r>
          </a:p>
        </p:txBody>
      </p:sp>
      <p:sp>
        <p:nvSpPr>
          <p:cNvPr id="6" name="PlaceHolder 5"/>
          <p:cNvSpPr>
            <a:spLocks noGrp="1"/>
          </p:cNvSpPr>
          <p:nvPr>
            <p:ph type="sldNum" idx="185"/>
          </p:nvPr>
        </p:nvSpPr>
        <p:spPr/>
        <p:txBody>
          <a:bodyPr/>
          <a:p>
            <a:fld id="{D5363915-48EE-4936-A4B7-689DA9A983B6}" type="slidenum">
              <a:t>&lt;#&gt;</a:t>
            </a:fld>
          </a:p>
        </p:txBody>
      </p:sp>
      <p:sp>
        <p:nvSpPr>
          <p:cNvPr id="7" name="PlaceHolder 6"/>
          <p:cNvSpPr>
            <a:spLocks noGrp="1"/>
          </p:cNvSpPr>
          <p:nvPr>
            <p:ph type="dt" idx="186"/>
          </p:nvPr>
        </p:nvSpPr>
        <p:spPr/>
        <p:txBody>
          <a:bodyPr/>
          <a:p>
            <a:r>
              <a:rPr lang="es-MX"/>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Predeterminado 50">
    <p:spTree>
      <p:nvGrpSpPr>
        <p:cNvPr id="1" name=""/>
        <p:cNvGrpSpPr/>
        <p:nvPr/>
      </p:nvGrpSpPr>
      <p:grpSpPr>
        <a:xfrm>
          <a:off x="0" y="0"/>
          <a:ext cx="0" cy="0"/>
          <a:chOff x="0" y="0"/>
          <a:chExt cx="0" cy="0"/>
        </a:xfrm>
      </p:grpSpPr>
      <p:sp>
        <p:nvSpPr>
          <p:cNvPr id="52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52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2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2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27"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7" name="PlaceHolder 6"/>
          <p:cNvSpPr>
            <a:spLocks noGrp="1"/>
          </p:cNvSpPr>
          <p:nvPr>
            <p:ph type="ftr" idx="187"/>
          </p:nvPr>
        </p:nvSpPr>
        <p:spPr/>
        <p:txBody>
          <a:bodyPr/>
          <a:p>
            <a:r>
              <a:t>Footer</a:t>
            </a:r>
          </a:p>
        </p:txBody>
      </p:sp>
      <p:sp>
        <p:nvSpPr>
          <p:cNvPr id="8" name="PlaceHolder 7"/>
          <p:cNvSpPr>
            <a:spLocks noGrp="1"/>
          </p:cNvSpPr>
          <p:nvPr>
            <p:ph type="sldNum" idx="188"/>
          </p:nvPr>
        </p:nvSpPr>
        <p:spPr/>
        <p:txBody>
          <a:bodyPr/>
          <a:p>
            <a:fld id="{B7F6CF03-6646-4743-8FD6-B8CF718DA334}" type="slidenum">
              <a:t>&lt;#&gt;</a:t>
            </a:fld>
          </a:p>
        </p:txBody>
      </p:sp>
      <p:sp>
        <p:nvSpPr>
          <p:cNvPr id="9" name="PlaceHolder 8"/>
          <p:cNvSpPr>
            <a:spLocks noGrp="1"/>
          </p:cNvSpPr>
          <p:nvPr>
            <p:ph type="dt" idx="189"/>
          </p:nvPr>
        </p:nvSpPr>
        <p:spPr/>
        <p:txBody>
          <a:bodyPr/>
          <a:p>
            <a:r>
              <a:rPr lang="es-MX"/>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51">
    <p:spTree>
      <p:nvGrpSpPr>
        <p:cNvPr id="1" name=""/>
        <p:cNvGrpSpPr/>
        <p:nvPr/>
      </p:nvGrpSpPr>
      <p:grpSpPr>
        <a:xfrm>
          <a:off x="0" y="0"/>
          <a:ext cx="0" cy="0"/>
          <a:chOff x="0" y="0"/>
          <a:chExt cx="0" cy="0"/>
        </a:xfrm>
      </p:grpSpPr>
      <p:sp>
        <p:nvSpPr>
          <p:cNvPr id="2" name="PlaceHolder 1"/>
          <p:cNvSpPr>
            <a:spLocks noGrp="1"/>
          </p:cNvSpPr>
          <p:nvPr>
            <p:ph type="ftr" idx="190"/>
          </p:nvPr>
        </p:nvSpPr>
        <p:spPr/>
        <p:txBody>
          <a:bodyPr/>
          <a:p>
            <a:r>
              <a:t>Footer</a:t>
            </a:r>
          </a:p>
        </p:txBody>
      </p:sp>
      <p:sp>
        <p:nvSpPr>
          <p:cNvPr id="3" name="PlaceHolder 2"/>
          <p:cNvSpPr>
            <a:spLocks noGrp="1"/>
          </p:cNvSpPr>
          <p:nvPr>
            <p:ph type="sldNum" idx="191"/>
          </p:nvPr>
        </p:nvSpPr>
        <p:spPr/>
        <p:txBody>
          <a:bodyPr/>
          <a:p>
            <a:fld id="{9359E8AF-317A-4AE9-9347-5A72B2A9EB3B}" type="slidenum">
              <a:t>&lt;#&gt;</a:t>
            </a:fld>
          </a:p>
        </p:txBody>
      </p:sp>
      <p:sp>
        <p:nvSpPr>
          <p:cNvPr id="4" name="PlaceHolder 3"/>
          <p:cNvSpPr>
            <a:spLocks noGrp="1"/>
          </p:cNvSpPr>
          <p:nvPr>
            <p:ph type="dt" idx="192"/>
          </p:nvPr>
        </p:nvSpPr>
        <p:spPr/>
        <p:txBody>
          <a:bodyPr/>
          <a:p>
            <a:r>
              <a:rPr lang="es-MX"/>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52">
    <p:spTree>
      <p:nvGrpSpPr>
        <p:cNvPr id="1" name=""/>
        <p:cNvGrpSpPr/>
        <p:nvPr/>
      </p:nvGrpSpPr>
      <p:grpSpPr>
        <a:xfrm>
          <a:off x="0" y="0"/>
          <a:ext cx="0" cy="0"/>
          <a:chOff x="0" y="0"/>
          <a:chExt cx="0" cy="0"/>
        </a:xfrm>
      </p:grpSpPr>
      <p:sp>
        <p:nvSpPr>
          <p:cNvPr id="2" name="PlaceHolder 1"/>
          <p:cNvSpPr>
            <a:spLocks noGrp="1"/>
          </p:cNvSpPr>
          <p:nvPr>
            <p:ph type="ftr" idx="193"/>
          </p:nvPr>
        </p:nvSpPr>
        <p:spPr/>
        <p:txBody>
          <a:bodyPr/>
          <a:p>
            <a:r>
              <a:t>Footer</a:t>
            </a:r>
          </a:p>
        </p:txBody>
      </p:sp>
      <p:sp>
        <p:nvSpPr>
          <p:cNvPr id="3" name="PlaceHolder 2"/>
          <p:cNvSpPr>
            <a:spLocks noGrp="1"/>
          </p:cNvSpPr>
          <p:nvPr>
            <p:ph type="sldNum" idx="194"/>
          </p:nvPr>
        </p:nvSpPr>
        <p:spPr/>
        <p:txBody>
          <a:bodyPr/>
          <a:p>
            <a:fld id="{386EF21E-C78C-4E3B-9E12-CC7FD4D14103}" type="slidenum">
              <a:t>&lt;#&gt;</a:t>
            </a:fld>
          </a:p>
        </p:txBody>
      </p:sp>
      <p:sp>
        <p:nvSpPr>
          <p:cNvPr id="4" name="PlaceHolder 3"/>
          <p:cNvSpPr>
            <a:spLocks noGrp="1"/>
          </p:cNvSpPr>
          <p:nvPr>
            <p:ph type="dt" idx="195"/>
          </p:nvPr>
        </p:nvSpPr>
        <p:spPr/>
        <p:txBody>
          <a:bodyPr/>
          <a:p>
            <a:r>
              <a:rPr lang="es-MX"/>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redeterminado 53">
    <p:spTree>
      <p:nvGrpSpPr>
        <p:cNvPr id="1" name=""/>
        <p:cNvGrpSpPr/>
        <p:nvPr/>
      </p:nvGrpSpPr>
      <p:grpSpPr>
        <a:xfrm>
          <a:off x="0" y="0"/>
          <a:ext cx="0" cy="0"/>
          <a:chOff x="0" y="0"/>
          <a:chExt cx="0" cy="0"/>
        </a:xfrm>
      </p:grpSpPr>
      <p:sp>
        <p:nvSpPr>
          <p:cNvPr id="5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54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 name="PlaceHolder 3"/>
          <p:cNvSpPr>
            <a:spLocks noGrp="1"/>
          </p:cNvSpPr>
          <p:nvPr>
            <p:ph type="ftr" idx="196"/>
          </p:nvPr>
        </p:nvSpPr>
        <p:spPr/>
        <p:txBody>
          <a:bodyPr/>
          <a:p>
            <a:r>
              <a:t>Footer</a:t>
            </a:r>
          </a:p>
        </p:txBody>
      </p:sp>
      <p:sp>
        <p:nvSpPr>
          <p:cNvPr id="5" name="PlaceHolder 4"/>
          <p:cNvSpPr>
            <a:spLocks noGrp="1"/>
          </p:cNvSpPr>
          <p:nvPr>
            <p:ph type="sldNum" idx="197"/>
          </p:nvPr>
        </p:nvSpPr>
        <p:spPr/>
        <p:txBody>
          <a:bodyPr/>
          <a:p>
            <a:fld id="{F2092EA2-D050-4EC5-88AF-D9AD502C6334}" type="slidenum">
              <a:t>&lt;#&gt;</a:t>
            </a:fld>
          </a:p>
        </p:txBody>
      </p:sp>
      <p:sp>
        <p:nvSpPr>
          <p:cNvPr id="6" name="PlaceHolder 5"/>
          <p:cNvSpPr>
            <a:spLocks noGrp="1"/>
          </p:cNvSpPr>
          <p:nvPr>
            <p:ph type="dt" idx="198"/>
          </p:nvPr>
        </p:nvSpPr>
        <p:spPr/>
        <p:txBody>
          <a:bodyPr/>
          <a:p>
            <a:r>
              <a:rPr lang="es-MX"/>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redeterminado 54">
    <p:spTree>
      <p:nvGrpSpPr>
        <p:cNvPr id="1" name=""/>
        <p:cNvGrpSpPr/>
        <p:nvPr/>
      </p:nvGrpSpPr>
      <p:grpSpPr>
        <a:xfrm>
          <a:off x="0" y="0"/>
          <a:ext cx="0" cy="0"/>
          <a:chOff x="0" y="0"/>
          <a:chExt cx="0" cy="0"/>
        </a:xfrm>
      </p:grpSpPr>
      <p:sp>
        <p:nvSpPr>
          <p:cNvPr id="55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55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4" name="PlaceHolder 3"/>
          <p:cNvSpPr>
            <a:spLocks noGrp="1"/>
          </p:cNvSpPr>
          <p:nvPr>
            <p:ph type="ftr" idx="199"/>
          </p:nvPr>
        </p:nvSpPr>
        <p:spPr/>
        <p:txBody>
          <a:bodyPr/>
          <a:p>
            <a:r>
              <a:t>Footer</a:t>
            </a:r>
          </a:p>
        </p:txBody>
      </p:sp>
      <p:sp>
        <p:nvSpPr>
          <p:cNvPr id="5" name="PlaceHolder 4"/>
          <p:cNvSpPr>
            <a:spLocks noGrp="1"/>
          </p:cNvSpPr>
          <p:nvPr>
            <p:ph type="sldNum" idx="200"/>
          </p:nvPr>
        </p:nvSpPr>
        <p:spPr/>
        <p:txBody>
          <a:bodyPr/>
          <a:p>
            <a:fld id="{9AD9EA8A-F3A8-4245-8F9A-E246013B6317}" type="slidenum">
              <a:t>&lt;#&gt;</a:t>
            </a:fld>
          </a:p>
        </p:txBody>
      </p:sp>
      <p:sp>
        <p:nvSpPr>
          <p:cNvPr id="6" name="PlaceHolder 5"/>
          <p:cNvSpPr>
            <a:spLocks noGrp="1"/>
          </p:cNvSpPr>
          <p:nvPr>
            <p:ph type="dt" idx="201"/>
          </p:nvPr>
        </p:nvSpPr>
        <p:spPr/>
        <p:txBody>
          <a:bodyPr/>
          <a:p>
            <a:r>
              <a:rPr lang="es-MX"/>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55">
    <p:spTree>
      <p:nvGrpSpPr>
        <p:cNvPr id="1" name=""/>
        <p:cNvGrpSpPr/>
        <p:nvPr/>
      </p:nvGrpSpPr>
      <p:grpSpPr>
        <a:xfrm>
          <a:off x="0" y="0"/>
          <a:ext cx="0" cy="0"/>
          <a:chOff x="0" y="0"/>
          <a:chExt cx="0" cy="0"/>
        </a:xfrm>
      </p:grpSpPr>
      <p:sp>
        <p:nvSpPr>
          <p:cNvPr id="56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56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64"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 name="PlaceHolder 4"/>
          <p:cNvSpPr>
            <a:spLocks noGrp="1"/>
          </p:cNvSpPr>
          <p:nvPr>
            <p:ph type="ftr" idx="202"/>
          </p:nvPr>
        </p:nvSpPr>
        <p:spPr/>
        <p:txBody>
          <a:bodyPr/>
          <a:p>
            <a:r>
              <a:t>Footer</a:t>
            </a:r>
          </a:p>
        </p:txBody>
      </p:sp>
      <p:sp>
        <p:nvSpPr>
          <p:cNvPr id="6" name="PlaceHolder 5"/>
          <p:cNvSpPr>
            <a:spLocks noGrp="1"/>
          </p:cNvSpPr>
          <p:nvPr>
            <p:ph type="sldNum" idx="203"/>
          </p:nvPr>
        </p:nvSpPr>
        <p:spPr/>
        <p:txBody>
          <a:bodyPr/>
          <a:p>
            <a:fld id="{ABEDB342-7A94-4349-9F0B-6C9B14DB9E21}" type="slidenum">
              <a:t>&lt;#&gt;</a:t>
            </a:fld>
          </a:p>
        </p:txBody>
      </p:sp>
      <p:sp>
        <p:nvSpPr>
          <p:cNvPr id="7" name="PlaceHolder 6"/>
          <p:cNvSpPr>
            <a:spLocks noGrp="1"/>
          </p:cNvSpPr>
          <p:nvPr>
            <p:ph type="dt" idx="204"/>
          </p:nvPr>
        </p:nvSpPr>
        <p:spPr/>
        <p:txBody>
          <a:bodyPr/>
          <a:p>
            <a:r>
              <a:rPr lang="es-MX"/>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56">
    <p:spTree>
      <p:nvGrpSpPr>
        <p:cNvPr id="1" name=""/>
        <p:cNvGrpSpPr/>
        <p:nvPr/>
      </p:nvGrpSpPr>
      <p:grpSpPr>
        <a:xfrm>
          <a:off x="0" y="0"/>
          <a:ext cx="0" cy="0"/>
          <a:chOff x="0" y="0"/>
          <a:chExt cx="0" cy="0"/>
        </a:xfrm>
      </p:grpSpPr>
      <p:sp>
        <p:nvSpPr>
          <p:cNvPr id="5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3" name="PlaceHolder 2"/>
          <p:cNvSpPr>
            <a:spLocks noGrp="1"/>
          </p:cNvSpPr>
          <p:nvPr>
            <p:ph type="ftr" idx="205"/>
          </p:nvPr>
        </p:nvSpPr>
        <p:spPr/>
        <p:txBody>
          <a:bodyPr/>
          <a:p>
            <a:r>
              <a:t>Footer</a:t>
            </a:r>
          </a:p>
        </p:txBody>
      </p:sp>
      <p:sp>
        <p:nvSpPr>
          <p:cNvPr id="4" name="PlaceHolder 3"/>
          <p:cNvSpPr>
            <a:spLocks noGrp="1"/>
          </p:cNvSpPr>
          <p:nvPr>
            <p:ph type="sldNum" idx="206"/>
          </p:nvPr>
        </p:nvSpPr>
        <p:spPr/>
        <p:txBody>
          <a:bodyPr/>
          <a:p>
            <a:fld id="{D02FD518-EE83-482F-941C-6D150E83260B}" type="slidenum">
              <a:t>&lt;#&gt;</a:t>
            </a:fld>
          </a:p>
        </p:txBody>
      </p:sp>
      <p:sp>
        <p:nvSpPr>
          <p:cNvPr id="5" name="PlaceHolder 4"/>
          <p:cNvSpPr>
            <a:spLocks noGrp="1"/>
          </p:cNvSpPr>
          <p:nvPr>
            <p:ph type="dt" idx="207"/>
          </p:nvPr>
        </p:nvSpPr>
        <p:spPr/>
        <p:txBody>
          <a:bodyPr/>
          <a:p>
            <a:r>
              <a:rPr lang="es-MX"/>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Predeterminado 57">
    <p:spTree>
      <p:nvGrpSpPr>
        <p:cNvPr id="1" name=""/>
        <p:cNvGrpSpPr/>
        <p:nvPr/>
      </p:nvGrpSpPr>
      <p:grpSpPr>
        <a:xfrm>
          <a:off x="0" y="0"/>
          <a:ext cx="0" cy="0"/>
          <a:chOff x="0" y="0"/>
          <a:chExt cx="0" cy="0"/>
        </a:xfrm>
      </p:grpSpPr>
      <p:sp>
        <p:nvSpPr>
          <p:cNvPr id="2" name="PlaceHolder 1"/>
          <p:cNvSpPr>
            <a:spLocks noGrp="1"/>
          </p:cNvSpPr>
          <p:nvPr>
            <p:ph type="ftr" idx="208"/>
          </p:nvPr>
        </p:nvSpPr>
        <p:spPr/>
        <p:txBody>
          <a:bodyPr/>
          <a:p>
            <a:r>
              <a:t>Footer</a:t>
            </a:r>
          </a:p>
        </p:txBody>
      </p:sp>
      <p:sp>
        <p:nvSpPr>
          <p:cNvPr id="3" name="PlaceHolder 2"/>
          <p:cNvSpPr>
            <a:spLocks noGrp="1"/>
          </p:cNvSpPr>
          <p:nvPr>
            <p:ph type="sldNum" idx="209"/>
          </p:nvPr>
        </p:nvSpPr>
        <p:spPr/>
        <p:txBody>
          <a:bodyPr/>
          <a:p>
            <a:fld id="{974B94DE-230F-4706-B382-1B1BC4039BDE}" type="slidenum">
              <a:t>&lt;#&gt;</a:t>
            </a:fld>
          </a:p>
        </p:txBody>
      </p:sp>
      <p:sp>
        <p:nvSpPr>
          <p:cNvPr id="4" name="PlaceHolder 3"/>
          <p:cNvSpPr>
            <a:spLocks noGrp="1"/>
          </p:cNvSpPr>
          <p:nvPr>
            <p:ph type="dt" idx="210"/>
          </p:nvPr>
        </p:nvSpPr>
        <p:spPr/>
        <p:txBody>
          <a:bodyPr/>
          <a:p>
            <a:r>
              <a:rPr lang="es-MX"/>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Predeterminado 58">
    <p:spTree>
      <p:nvGrpSpPr>
        <p:cNvPr id="1" name=""/>
        <p:cNvGrpSpPr/>
        <p:nvPr/>
      </p:nvGrpSpPr>
      <p:grpSpPr>
        <a:xfrm>
          <a:off x="0" y="0"/>
          <a:ext cx="0" cy="0"/>
          <a:chOff x="0" y="0"/>
          <a:chExt cx="0" cy="0"/>
        </a:xfrm>
      </p:grpSpPr>
      <p:sp>
        <p:nvSpPr>
          <p:cNvPr id="58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58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8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8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211"/>
          </p:nvPr>
        </p:nvSpPr>
        <p:spPr/>
        <p:txBody>
          <a:bodyPr/>
          <a:p>
            <a:r>
              <a:t>Footer</a:t>
            </a:r>
          </a:p>
        </p:txBody>
      </p:sp>
      <p:sp>
        <p:nvSpPr>
          <p:cNvPr id="7" name="PlaceHolder 6"/>
          <p:cNvSpPr>
            <a:spLocks noGrp="1"/>
          </p:cNvSpPr>
          <p:nvPr>
            <p:ph type="sldNum" idx="212"/>
          </p:nvPr>
        </p:nvSpPr>
        <p:spPr/>
        <p:txBody>
          <a:bodyPr/>
          <a:p>
            <a:fld id="{AC7362AD-E2B4-4115-807D-C5E1607875BC}" type="slidenum">
              <a:t>&lt;#&gt;</a:t>
            </a:fld>
          </a:p>
        </p:txBody>
      </p:sp>
      <p:sp>
        <p:nvSpPr>
          <p:cNvPr id="8" name="PlaceHolder 7"/>
          <p:cNvSpPr>
            <a:spLocks noGrp="1"/>
          </p:cNvSpPr>
          <p:nvPr>
            <p:ph type="dt" idx="213"/>
          </p:nvPr>
        </p:nvSpPr>
        <p:spPr/>
        <p:txBody>
          <a:bodyPr/>
          <a:p>
            <a:r>
              <a:rPr lang="es-MX"/>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Predeterminado 59">
    <p:spTree>
      <p:nvGrpSpPr>
        <p:cNvPr id="1" name=""/>
        <p:cNvGrpSpPr/>
        <p:nvPr/>
      </p:nvGrpSpPr>
      <p:grpSpPr>
        <a:xfrm>
          <a:off x="0" y="0"/>
          <a:ext cx="0" cy="0"/>
          <a:chOff x="0" y="0"/>
          <a:chExt cx="0" cy="0"/>
        </a:xfrm>
      </p:grpSpPr>
      <p:sp>
        <p:nvSpPr>
          <p:cNvPr id="59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MX" sz="4400" spc="-1" strike="noStrike">
              <a:solidFill>
                <a:srgbClr val="000000"/>
              </a:solidFill>
              <a:latin typeface="Arial"/>
            </a:endParaRPr>
          </a:p>
        </p:txBody>
      </p:sp>
      <p:sp>
        <p:nvSpPr>
          <p:cNvPr id="59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9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594"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MX" sz="3200" spc="-1" strike="noStrike">
              <a:solidFill>
                <a:srgbClr val="000000"/>
              </a:solidFill>
              <a:latin typeface="Arial"/>
            </a:endParaRPr>
          </a:p>
        </p:txBody>
      </p:sp>
      <p:sp>
        <p:nvSpPr>
          <p:cNvPr id="6" name="PlaceHolder 5"/>
          <p:cNvSpPr>
            <a:spLocks noGrp="1"/>
          </p:cNvSpPr>
          <p:nvPr>
            <p:ph type="ftr" idx="214"/>
          </p:nvPr>
        </p:nvSpPr>
        <p:spPr/>
        <p:txBody>
          <a:bodyPr/>
          <a:p>
            <a:r>
              <a:t>Footer</a:t>
            </a:r>
          </a:p>
        </p:txBody>
      </p:sp>
      <p:sp>
        <p:nvSpPr>
          <p:cNvPr id="7" name="PlaceHolder 6"/>
          <p:cNvSpPr>
            <a:spLocks noGrp="1"/>
          </p:cNvSpPr>
          <p:nvPr>
            <p:ph type="sldNum" idx="215"/>
          </p:nvPr>
        </p:nvSpPr>
        <p:spPr/>
        <p:txBody>
          <a:bodyPr/>
          <a:p>
            <a:fld id="{BD034768-FD07-4D75-9C82-A72944A90E77}" type="slidenum">
              <a:t>&lt;#&gt;</a:t>
            </a:fld>
          </a:p>
        </p:txBody>
      </p:sp>
      <p:sp>
        <p:nvSpPr>
          <p:cNvPr id="8" name="PlaceHolder 7"/>
          <p:cNvSpPr>
            <a:spLocks noGrp="1"/>
          </p:cNvSpPr>
          <p:nvPr>
            <p:ph type="dt" idx="216"/>
          </p:nvPr>
        </p:nvSpPr>
        <p:spPr/>
        <p:txBody>
          <a:bodyPr/>
          <a:p>
            <a:r>
              <a:rPr lang="es-MX"/>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slideLayout" Target="../slideLayouts/slideLayout40.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slideLayout" Target="../slideLayouts/slideLayout41.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slideLayout" Target="../slideLayouts/slideLayout42.xml"/>
</Relationships>
</file>

<file path=ppt/slideMasters/_rels/slideMaster43.xml.rels><?xml version="1.0" encoding="UTF-8"?>
<Relationships xmlns="http://schemas.openxmlformats.org/package/2006/relationships"><Relationship Id="rId1" Type="http://schemas.openxmlformats.org/officeDocument/2006/relationships/theme" Target="../theme/theme43.xml"/><Relationship Id="rId2" Type="http://schemas.openxmlformats.org/officeDocument/2006/relationships/slideLayout" Target="../slideLayouts/slideLayout43.xml"/>
</Relationships>
</file>

<file path=ppt/slideMasters/_rels/slideMaster44.xml.rels><?xml version="1.0" encoding="UTF-8"?>
<Relationships xmlns="http://schemas.openxmlformats.org/package/2006/relationships"><Relationship Id="rId1" Type="http://schemas.openxmlformats.org/officeDocument/2006/relationships/theme" Target="../theme/theme44.xml"/><Relationship Id="rId2" Type="http://schemas.openxmlformats.org/officeDocument/2006/relationships/slideLayout" Target="../slideLayouts/slideLayout44.xml"/>
</Relationships>
</file>

<file path=ppt/slideMasters/_rels/slideMaster45.xml.rels><?xml version="1.0" encoding="UTF-8"?>
<Relationships xmlns="http://schemas.openxmlformats.org/package/2006/relationships"><Relationship Id="rId1" Type="http://schemas.openxmlformats.org/officeDocument/2006/relationships/theme" Target="../theme/theme45.xml"/><Relationship Id="rId2" Type="http://schemas.openxmlformats.org/officeDocument/2006/relationships/slideLayout" Target="../slideLayouts/slideLayout45.xml"/>
</Relationships>
</file>

<file path=ppt/slideMasters/_rels/slideMaster46.xml.rels><?xml version="1.0" encoding="UTF-8"?>
<Relationships xmlns="http://schemas.openxmlformats.org/package/2006/relationships"><Relationship Id="rId1" Type="http://schemas.openxmlformats.org/officeDocument/2006/relationships/theme" Target="../theme/theme46.xml"/><Relationship Id="rId2" Type="http://schemas.openxmlformats.org/officeDocument/2006/relationships/slideLayout" Target="../slideLayouts/slideLayout46.xml"/>
</Relationships>
</file>

<file path=ppt/slideMasters/_rels/slideMaster47.xml.rels><?xml version="1.0" encoding="UTF-8"?>
<Relationships xmlns="http://schemas.openxmlformats.org/package/2006/relationships"><Relationship Id="rId1" Type="http://schemas.openxmlformats.org/officeDocument/2006/relationships/theme" Target="../theme/theme47.xml"/><Relationship Id="rId2"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48.xml"/><Relationship Id="rId2" Type="http://schemas.openxmlformats.org/officeDocument/2006/relationships/slideLayout" Target="../slideLayouts/slideLayout48.xml"/>
</Relationships>
</file>

<file path=ppt/slideMasters/_rels/slideMaster49.xml.rels><?xml version="1.0" encoding="UTF-8"?>
<Relationships xmlns="http://schemas.openxmlformats.org/package/2006/relationships"><Relationship Id="rId1" Type="http://schemas.openxmlformats.org/officeDocument/2006/relationships/theme" Target="../theme/theme49.xml"/><Relationship Id="rId2" Type="http://schemas.openxmlformats.org/officeDocument/2006/relationships/slideLayout" Target="../slideLayouts/slideLayout49.xml"/>
</Relationships>
</file>

<file path=ppt/slideMasters/_rels/slideMaster50.xml.rels><?xml version="1.0" encoding="UTF-8"?>
<Relationships xmlns="http://schemas.openxmlformats.org/package/2006/relationships"><Relationship Id="rId1" Type="http://schemas.openxmlformats.org/officeDocument/2006/relationships/theme" Target="../theme/theme50.xml"/><Relationship Id="rId2" Type="http://schemas.openxmlformats.org/officeDocument/2006/relationships/slideLayout" Target="../slideLayouts/slideLayout50.xml"/>
</Relationships>
</file>

<file path=ppt/slideMasters/_rels/slideMaster51.xml.rels><?xml version="1.0" encoding="UTF-8"?>
<Relationships xmlns="http://schemas.openxmlformats.org/package/2006/relationships"><Relationship Id="rId1" Type="http://schemas.openxmlformats.org/officeDocument/2006/relationships/theme" Target="../theme/theme51.xml"/><Relationship Id="rId2" Type="http://schemas.openxmlformats.org/officeDocument/2006/relationships/slideLayout" Target="../slideLayouts/slideLayout51.xml"/>
</Relationships>
</file>

<file path=ppt/slideMasters/_rels/slideMaster52.xml.rels><?xml version="1.0" encoding="UTF-8"?>
<Relationships xmlns="http://schemas.openxmlformats.org/package/2006/relationships"><Relationship Id="rId1" Type="http://schemas.openxmlformats.org/officeDocument/2006/relationships/theme" Target="../theme/theme52.xml"/><Relationship Id="rId2" Type="http://schemas.openxmlformats.org/officeDocument/2006/relationships/slideLayout" Target="../slideLayouts/slideLayout52.xml"/>
</Relationships>
</file>

<file path=ppt/slideMasters/_rels/slideMaster53.xml.rels><?xml version="1.0" encoding="UTF-8"?>
<Relationships xmlns="http://schemas.openxmlformats.org/package/2006/relationships"><Relationship Id="rId1" Type="http://schemas.openxmlformats.org/officeDocument/2006/relationships/theme" Target="../theme/theme53.xml"/><Relationship Id="rId2" Type="http://schemas.openxmlformats.org/officeDocument/2006/relationships/slideLayout" Target="../slideLayouts/slideLayout53.xml"/>
</Relationships>
</file>

<file path=ppt/slideMasters/_rels/slideMaster54.xml.rels><?xml version="1.0" encoding="UTF-8"?>
<Relationships xmlns="http://schemas.openxmlformats.org/package/2006/relationships"><Relationship Id="rId1" Type="http://schemas.openxmlformats.org/officeDocument/2006/relationships/theme" Target="../theme/theme54.xml"/><Relationship Id="rId2" Type="http://schemas.openxmlformats.org/officeDocument/2006/relationships/slideLayout" Target="../slideLayouts/slideLayout54.xml"/>
</Relationships>
</file>

<file path=ppt/slideMasters/_rels/slideMaster55.xml.rels><?xml version="1.0" encoding="UTF-8"?>
<Relationships xmlns="http://schemas.openxmlformats.org/package/2006/relationships"><Relationship Id="rId1" Type="http://schemas.openxmlformats.org/officeDocument/2006/relationships/theme" Target="../theme/theme55.xml"/><Relationship Id="rId2" Type="http://schemas.openxmlformats.org/officeDocument/2006/relationships/slideLayout" Target="../slideLayouts/slideLayout55.xml"/>
</Relationships>
</file>

<file path=ppt/slideMasters/_rels/slideMaster56.xml.rels><?xml version="1.0" encoding="UTF-8"?>
<Relationships xmlns="http://schemas.openxmlformats.org/package/2006/relationships"><Relationship Id="rId1" Type="http://schemas.openxmlformats.org/officeDocument/2006/relationships/theme" Target="../theme/theme56.xml"/><Relationship Id="rId2" Type="http://schemas.openxmlformats.org/officeDocument/2006/relationships/slideLayout" Target="../slideLayouts/slideLayout56.xml"/>
</Relationships>
</file>

<file path=ppt/slideMasters/_rels/slideMaster57.xml.rels><?xml version="1.0" encoding="UTF-8"?>
<Relationships xmlns="http://schemas.openxmlformats.org/package/2006/relationships"><Relationship Id="rId1" Type="http://schemas.openxmlformats.org/officeDocument/2006/relationships/theme" Target="../theme/theme57.xml"/><Relationship Id="rId2" Type="http://schemas.openxmlformats.org/officeDocument/2006/relationships/slideLayout" Target="../slideLayouts/slideLayout57.xml"/>
</Relationships>
</file>

<file path=ppt/slideMasters/_rels/slideMaster58.xml.rels><?xml version="1.0" encoding="UTF-8"?>
<Relationships xmlns="http://schemas.openxmlformats.org/package/2006/relationships"><Relationship Id="rId1" Type="http://schemas.openxmlformats.org/officeDocument/2006/relationships/theme" Target="../theme/theme58.xml"/><Relationship Id="rId2" Type="http://schemas.openxmlformats.org/officeDocument/2006/relationships/slideLayout" Target="../slideLayouts/slideLayout58.xml"/>
</Relationships>
</file>

<file path=ppt/slideMasters/_rels/slideMaster59.xml.rels><?xml version="1.0" encoding="UTF-8"?>
<Relationships xmlns="http://schemas.openxmlformats.org/package/2006/relationships"><Relationship Id="rId1" Type="http://schemas.openxmlformats.org/officeDocument/2006/relationships/theme" Target="../theme/theme59.xml"/><Relationship Id="rId2" Type="http://schemas.openxmlformats.org/officeDocument/2006/relationships/slideLayout" Target="../slideLayouts/slideLayout59.xml"/>
</Relationships>
</file>

<file path=ppt/slideMasters/_rels/slideMaster60.xml.rels><?xml version="1.0" encoding="UTF-8"?>
<Relationships xmlns="http://schemas.openxmlformats.org/package/2006/relationships"><Relationship Id="rId1" Type="http://schemas.openxmlformats.org/officeDocument/2006/relationships/theme" Target="../theme/theme60.xml"/><Relationship Id="rId2" Type="http://schemas.openxmlformats.org/officeDocument/2006/relationships/slideLayout" Target="../slideLayouts/slideLayout60.xml"/>
</Relationships>
</file>

<file path=ppt/slideMasters/_rels/slideMaster61.xml.rels><?xml version="1.0" encoding="UTF-8"?>
<Relationships xmlns="http://schemas.openxmlformats.org/package/2006/relationships"><Relationship Id="rId1" Type="http://schemas.openxmlformats.org/officeDocument/2006/relationships/theme" Target="../theme/theme61.xml"/><Relationship Id="rId2" Type="http://schemas.openxmlformats.org/officeDocument/2006/relationships/slideLayout" Target="../slideLayouts/slideLayout61.xml"/>
</Relationships>
</file>

<file path=ppt/slideMasters/_rels/slideMaster62.xml.rels><?xml version="1.0" encoding="UTF-8"?>
<Relationships xmlns="http://schemas.openxmlformats.org/package/2006/relationships"><Relationship Id="rId1" Type="http://schemas.openxmlformats.org/officeDocument/2006/relationships/theme" Target="../theme/theme62.xml"/><Relationship Id="rId2" Type="http://schemas.openxmlformats.org/officeDocument/2006/relationships/slideLayout" Target="../slideLayouts/slideLayout62.xml"/>
</Relationships>
</file>

<file path=ppt/slideMasters/_rels/slideMaster63.xml.rels><?xml version="1.0" encoding="UTF-8"?>
<Relationships xmlns="http://schemas.openxmlformats.org/package/2006/relationships"><Relationship Id="rId1" Type="http://schemas.openxmlformats.org/officeDocument/2006/relationships/theme" Target="../theme/theme63.xml"/><Relationship Id="rId2" Type="http://schemas.openxmlformats.org/officeDocument/2006/relationships/slideLayout" Target="../slideLayouts/slideLayout63.xml"/>
</Relationships>
</file>

<file path=ppt/slideMasters/_rels/slideMaster64.xml.rels><?xml version="1.0" encoding="UTF-8"?>
<Relationships xmlns="http://schemas.openxmlformats.org/package/2006/relationships"><Relationship Id="rId1" Type="http://schemas.openxmlformats.org/officeDocument/2006/relationships/theme" Target="../theme/theme64.xml"/><Relationship Id="rId2" Type="http://schemas.openxmlformats.org/officeDocument/2006/relationships/slideLayout" Target="../slideLayouts/slideLayout64.xml"/>
</Relationships>
</file>

<file path=ppt/slideMasters/_rels/slideMaster65.xml.rels><?xml version="1.0" encoding="UTF-8"?>
<Relationships xmlns="http://schemas.openxmlformats.org/package/2006/relationships"><Relationship Id="rId1" Type="http://schemas.openxmlformats.org/officeDocument/2006/relationships/theme" Target="../theme/theme65.xml"/><Relationship Id="rId2" Type="http://schemas.openxmlformats.org/officeDocument/2006/relationships/slideLayout" Target="../slideLayouts/slideLayout65.xml"/>
</Relationships>
</file>

<file path=ppt/slideMasters/_rels/slideMaster66.xml.rels><?xml version="1.0" encoding="UTF-8"?>
<Relationships xmlns="http://schemas.openxmlformats.org/package/2006/relationships"><Relationship Id="rId1" Type="http://schemas.openxmlformats.org/officeDocument/2006/relationships/theme" Target="../theme/theme66.xml"/><Relationship Id="rId2" Type="http://schemas.openxmlformats.org/officeDocument/2006/relationships/slideLayout" Target="../slideLayouts/slideLayout66.xml"/>
</Relationships>
</file>

<file path=ppt/slideMasters/_rels/slideMaster67.xml.rels><?xml version="1.0" encoding="UTF-8"?>
<Relationships xmlns="http://schemas.openxmlformats.org/package/2006/relationships"><Relationship Id="rId1" Type="http://schemas.openxmlformats.org/officeDocument/2006/relationships/theme" Target="../theme/theme67.xml"/><Relationship Id="rId2" Type="http://schemas.openxmlformats.org/officeDocument/2006/relationships/slideLayout" Target="../slideLayouts/slideLayout67.xml"/>
</Relationships>
</file>

<file path=ppt/slideMasters/_rels/slideMaster68.xml.rels><?xml version="1.0" encoding="UTF-8"?>
<Relationships xmlns="http://schemas.openxmlformats.org/package/2006/relationships"><Relationship Id="rId1" Type="http://schemas.openxmlformats.org/officeDocument/2006/relationships/theme" Target="../theme/theme68.xml"/><Relationship Id="rId2" Type="http://schemas.openxmlformats.org/officeDocument/2006/relationships/slideLayout" Target="../slideLayouts/slideLayout68.xml"/>
</Relationships>
</file>

<file path=ppt/slideMasters/_rels/slideMaster69.xml.rels><?xml version="1.0" encoding="UTF-8"?>
<Relationships xmlns="http://schemas.openxmlformats.org/package/2006/relationships"><Relationship Id="rId1" Type="http://schemas.openxmlformats.org/officeDocument/2006/relationships/theme" Target="../theme/theme69.xml"/><Relationship Id="rId2" Type="http://schemas.openxmlformats.org/officeDocument/2006/relationships/slideLayout" Target="../slideLayouts/slideLayout69.xml"/>
</Relationships>
</file>

<file path=ppt/slideMasters/_rels/slideMaster70.xml.rels><?xml version="1.0" encoding="UTF-8"?>
<Relationships xmlns="http://schemas.openxmlformats.org/package/2006/relationships"><Relationship Id="rId1" Type="http://schemas.openxmlformats.org/officeDocument/2006/relationships/theme" Target="../theme/theme70.xml"/><Relationship Id="rId2" Type="http://schemas.openxmlformats.org/officeDocument/2006/relationships/slideLayout" Target="../slideLayouts/slideLayout70.xml"/>
</Relationships>
</file>

<file path=ppt/slideMasters/_rels/slideMaster71.xml.rels><?xml version="1.0" encoding="UTF-8"?>
<Relationships xmlns="http://schemas.openxmlformats.org/package/2006/relationships"><Relationship Id="rId1" Type="http://schemas.openxmlformats.org/officeDocument/2006/relationships/theme" Target="../theme/theme71.xml"/><Relationship Id="rId2" Type="http://schemas.openxmlformats.org/officeDocument/2006/relationships/slideLayout" Target="../slideLayouts/slideLayout71.xml"/>
</Relationships>
</file>

<file path=ppt/slideMasters/_rels/slideMaster72.xml.rels><?xml version="1.0" encoding="UTF-8"?>
<Relationships xmlns="http://schemas.openxmlformats.org/package/2006/relationships"><Relationship Id="rId1" Type="http://schemas.openxmlformats.org/officeDocument/2006/relationships/theme" Target="../theme/theme72.xml"/><Relationship Id="rId2" Type="http://schemas.openxmlformats.org/officeDocument/2006/relationships/slideLayout" Target="../slideLayouts/slideLayout7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1" name="PlaceHolder 2"/>
          <p:cNvSpPr>
            <a:spLocks noGrp="1"/>
          </p:cNvSpPr>
          <p:nvPr>
            <p:ph type="body"/>
          </p:nvPr>
        </p:nvSpPr>
        <p:spPr>
          <a:xfrm>
            <a:off x="457200" y="160452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 name="PlaceHolder 3"/>
          <p:cNvSpPr>
            <a:spLocks noGrp="1"/>
          </p:cNvSpPr>
          <p:nvPr>
            <p:ph type="body"/>
          </p:nvPr>
        </p:nvSpPr>
        <p:spPr>
          <a:xfrm>
            <a:off x="4674240" y="160452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 name="PlaceHolder 4"/>
          <p:cNvSpPr>
            <a:spLocks noGrp="1"/>
          </p:cNvSpPr>
          <p:nvPr>
            <p:ph type="body"/>
          </p:nvPr>
        </p:nvSpPr>
        <p:spPr>
          <a:xfrm>
            <a:off x="457200" y="3682080"/>
            <a:ext cx="8228880" cy="1896480"/>
          </a:xfrm>
          <a:prstGeom prst="rect">
            <a:avLst/>
          </a:prstGeom>
          <a:noFill/>
          <a:ln w="0">
            <a:noFill/>
          </a:ln>
        </p:spPr>
        <p:txBody>
          <a:bodyPr numCol="1" spcCol="0"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 name="PlaceHolder 5"/>
          <p:cNvSpPr>
            <a:spLocks noGrp="1"/>
          </p:cNvSpPr>
          <p:nvPr>
            <p:ph type="ftr" idx="1"/>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5" name="PlaceHolder 6"/>
          <p:cNvSpPr>
            <a:spLocks noGrp="1"/>
          </p:cNvSpPr>
          <p:nvPr>
            <p:ph type="sldNum" idx="2"/>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A6086F27-76B2-4C91-9BA3-EAEF431138B3}"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6" name="PlaceHolder 7"/>
          <p:cNvSpPr>
            <a:spLocks noGrp="1"/>
          </p:cNvSpPr>
          <p:nvPr>
            <p:ph type="dt" idx="3"/>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12" name="PlaceHolder 2"/>
          <p:cNvSpPr>
            <a:spLocks noGrp="1"/>
          </p:cNvSpPr>
          <p:nvPr>
            <p:ph type="body"/>
          </p:nvPr>
        </p:nvSpPr>
        <p:spPr>
          <a:xfrm>
            <a:off x="457200" y="1604520"/>
            <a:ext cx="8228880" cy="1896480"/>
          </a:xfrm>
          <a:prstGeom prst="rect">
            <a:avLst/>
          </a:prstGeom>
          <a:noFill/>
          <a:ln w="0">
            <a:noFill/>
          </a:ln>
        </p:spPr>
        <p:txBody>
          <a:bodyPr numCol="1" spcCol="0"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a:t>
            </a:r>
            <a:r>
              <a:rPr b="0" lang="es-MX" sz="1800" spc="-1" strike="noStrike">
                <a:solidFill>
                  <a:srgbClr val="000000"/>
                </a:solidFill>
                <a:latin typeface="Arial"/>
              </a:rPr>
              <a:t>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a:t>
            </a:r>
            <a:r>
              <a:rPr b="0" lang="es-MX" sz="1800" spc="-1" strike="noStrike">
                <a:solidFill>
                  <a:srgbClr val="000000"/>
                </a:solidFill>
                <a:latin typeface="Arial"/>
              </a:rPr>
              <a:t>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a:t>
            </a:r>
            <a:r>
              <a:rPr b="0" lang="es-MX" sz="1800" spc="-1" strike="noStrike">
                <a:solidFill>
                  <a:srgbClr val="000000"/>
                </a:solidFill>
                <a:latin typeface="Arial"/>
              </a:rPr>
              <a:t>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a:t>
            </a:r>
            <a:r>
              <a:rPr b="0" lang="es-MX" sz="1800" spc="-1" strike="noStrike">
                <a:solidFill>
                  <a:srgbClr val="000000"/>
                </a:solidFill>
                <a:latin typeface="Arial"/>
              </a:rPr>
              <a:t>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a:t>
            </a:r>
            <a:r>
              <a:rPr b="0" lang="es-MX" sz="1800" spc="-1" strike="noStrike">
                <a:solidFill>
                  <a:srgbClr val="000000"/>
                </a:solidFill>
                <a:latin typeface="Arial"/>
              </a:rPr>
              <a:t>nivel del </a:t>
            </a:r>
            <a:r>
              <a:rPr b="0" lang="es-MX" sz="1800" spc="-1" strike="noStrike">
                <a:solidFill>
                  <a:srgbClr val="000000"/>
                </a:solidFill>
                <a:latin typeface="Arial"/>
              </a:rPr>
              <a:t>esquema</a:t>
            </a:r>
            <a:endParaRPr b="0" lang="es-MX" sz="1800" spc="-1" strike="noStrike">
              <a:solidFill>
                <a:srgbClr val="000000"/>
              </a:solidFill>
              <a:latin typeface="Arial"/>
            </a:endParaRPr>
          </a:p>
        </p:txBody>
      </p:sp>
      <p:sp>
        <p:nvSpPr>
          <p:cNvPr id="13" name="PlaceHolder 3"/>
          <p:cNvSpPr>
            <a:spLocks noGrp="1"/>
          </p:cNvSpPr>
          <p:nvPr>
            <p:ph type="body"/>
          </p:nvPr>
        </p:nvSpPr>
        <p:spPr>
          <a:xfrm>
            <a:off x="457200" y="3682080"/>
            <a:ext cx="8228880" cy="1896480"/>
          </a:xfrm>
          <a:prstGeom prst="rect">
            <a:avLst/>
          </a:prstGeom>
          <a:noFill/>
          <a:ln w="0">
            <a:noFill/>
          </a:ln>
        </p:spPr>
        <p:txBody>
          <a:bodyPr numCol="1" spcCol="0"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a:t>
            </a:r>
            <a:r>
              <a:rPr b="0" lang="es-MX" sz="1800" spc="-1" strike="noStrike">
                <a:solidFill>
                  <a:srgbClr val="000000"/>
                </a:solidFill>
                <a:latin typeface="Arial"/>
              </a:rPr>
              <a:t>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a:t>
            </a:r>
            <a:r>
              <a:rPr b="0" lang="es-MX" sz="1800" spc="-1" strike="noStrike">
                <a:solidFill>
                  <a:srgbClr val="000000"/>
                </a:solidFill>
                <a:latin typeface="Arial"/>
              </a:rPr>
              <a:t>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a:t>
            </a:r>
            <a:r>
              <a:rPr b="0" lang="es-MX" sz="1800" spc="-1" strike="noStrike">
                <a:solidFill>
                  <a:srgbClr val="000000"/>
                </a:solidFill>
                <a:latin typeface="Arial"/>
              </a:rPr>
              <a:t>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a:t>
            </a:r>
            <a:r>
              <a:rPr b="0" lang="es-MX" sz="1800" spc="-1" strike="noStrike">
                <a:solidFill>
                  <a:srgbClr val="000000"/>
                </a:solidFill>
                <a:latin typeface="Arial"/>
              </a:rPr>
              <a:t>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a:t>
            </a:r>
            <a:r>
              <a:rPr b="0" lang="es-MX" sz="1800" spc="-1" strike="noStrike">
                <a:solidFill>
                  <a:srgbClr val="000000"/>
                </a:solidFill>
                <a:latin typeface="Arial"/>
              </a:rPr>
              <a:t>nivel del </a:t>
            </a:r>
            <a:r>
              <a:rPr b="0" lang="es-MX" sz="1800" spc="-1" strike="noStrike">
                <a:solidFill>
                  <a:srgbClr val="000000"/>
                </a:solidFill>
                <a:latin typeface="Arial"/>
              </a:rPr>
              <a:t>esquema</a:t>
            </a:r>
            <a:endParaRPr b="0" lang="es-MX" sz="1800" spc="-1" strike="noStrike">
              <a:solidFill>
                <a:srgbClr val="000000"/>
              </a:solidFill>
              <a:latin typeface="Arial"/>
            </a:endParaRPr>
          </a:p>
        </p:txBody>
      </p:sp>
      <p:sp>
        <p:nvSpPr>
          <p:cNvPr id="14" name="PlaceHolder 4"/>
          <p:cNvSpPr>
            <a:spLocks noGrp="1"/>
          </p:cNvSpPr>
          <p:nvPr>
            <p:ph type="ftr" idx="4"/>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15" name="PlaceHolder 5"/>
          <p:cNvSpPr>
            <a:spLocks noGrp="1"/>
          </p:cNvSpPr>
          <p:nvPr>
            <p:ph type="sldNum" idx="5"/>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59261AF3-FA99-4993-8151-59FDCC1DAFDE}"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16" name="PlaceHolder 6"/>
          <p:cNvSpPr>
            <a:spLocks noGrp="1"/>
          </p:cNvSpPr>
          <p:nvPr>
            <p:ph type="dt" idx="6"/>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21" name="PlaceHolder 2"/>
          <p:cNvSpPr>
            <a:spLocks noGrp="1"/>
          </p:cNvSpPr>
          <p:nvPr>
            <p:ph type="body"/>
          </p:nvPr>
        </p:nvSpPr>
        <p:spPr>
          <a:xfrm>
            <a:off x="457200" y="160452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2" name="PlaceHolder 3"/>
          <p:cNvSpPr>
            <a:spLocks noGrp="1"/>
          </p:cNvSpPr>
          <p:nvPr>
            <p:ph type="body"/>
          </p:nvPr>
        </p:nvSpPr>
        <p:spPr>
          <a:xfrm>
            <a:off x="4674240" y="160452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3" name="PlaceHolder 4"/>
          <p:cNvSpPr>
            <a:spLocks noGrp="1"/>
          </p:cNvSpPr>
          <p:nvPr>
            <p:ph type="body"/>
          </p:nvPr>
        </p:nvSpPr>
        <p:spPr>
          <a:xfrm>
            <a:off x="457200" y="368208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4" name="PlaceHolder 5"/>
          <p:cNvSpPr>
            <a:spLocks noGrp="1"/>
          </p:cNvSpPr>
          <p:nvPr>
            <p:ph type="body"/>
          </p:nvPr>
        </p:nvSpPr>
        <p:spPr>
          <a:xfrm>
            <a:off x="4674240" y="368208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5" name="PlaceHolder 6"/>
          <p:cNvSpPr>
            <a:spLocks noGrp="1"/>
          </p:cNvSpPr>
          <p:nvPr>
            <p:ph type="ftr" idx="7"/>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26" name="PlaceHolder 7"/>
          <p:cNvSpPr>
            <a:spLocks noGrp="1"/>
          </p:cNvSpPr>
          <p:nvPr>
            <p:ph type="sldNum" idx="8"/>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4411D072-2821-4858-AE8D-CE2A9522517E}"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27" name="PlaceHolder 8"/>
          <p:cNvSpPr>
            <a:spLocks noGrp="1"/>
          </p:cNvSpPr>
          <p:nvPr>
            <p:ph type="dt" idx="9"/>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34" name="PlaceHolder 2"/>
          <p:cNvSpPr>
            <a:spLocks noGrp="1"/>
          </p:cNvSpPr>
          <p:nvPr>
            <p:ph type="body"/>
          </p:nvPr>
        </p:nvSpPr>
        <p:spPr>
          <a:xfrm>
            <a:off x="457200" y="1604520"/>
            <a:ext cx="2649240" cy="1896480"/>
          </a:xfrm>
          <a:prstGeom prst="rect">
            <a:avLst/>
          </a:prstGeom>
          <a:noFill/>
          <a:ln w="0">
            <a:noFill/>
          </a:ln>
        </p:spPr>
        <p:txBody>
          <a:bodyPr numCol="1" spcCol="0"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5" name="PlaceHolder 3"/>
          <p:cNvSpPr>
            <a:spLocks noGrp="1"/>
          </p:cNvSpPr>
          <p:nvPr>
            <p:ph type="body"/>
          </p:nvPr>
        </p:nvSpPr>
        <p:spPr>
          <a:xfrm>
            <a:off x="3239640" y="1604520"/>
            <a:ext cx="2649240" cy="1896480"/>
          </a:xfrm>
          <a:prstGeom prst="rect">
            <a:avLst/>
          </a:prstGeom>
          <a:noFill/>
          <a:ln w="0">
            <a:noFill/>
          </a:ln>
        </p:spPr>
        <p:txBody>
          <a:bodyPr numCol="1" spcCol="0"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6" name="PlaceHolder 4"/>
          <p:cNvSpPr>
            <a:spLocks noGrp="1"/>
          </p:cNvSpPr>
          <p:nvPr>
            <p:ph type="body"/>
          </p:nvPr>
        </p:nvSpPr>
        <p:spPr>
          <a:xfrm>
            <a:off x="6022080" y="1604520"/>
            <a:ext cx="2649240" cy="1896480"/>
          </a:xfrm>
          <a:prstGeom prst="rect">
            <a:avLst/>
          </a:prstGeom>
          <a:noFill/>
          <a:ln w="0">
            <a:noFill/>
          </a:ln>
        </p:spPr>
        <p:txBody>
          <a:bodyPr numCol="1" spcCol="0"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7" name="PlaceHolder 5"/>
          <p:cNvSpPr>
            <a:spLocks noGrp="1"/>
          </p:cNvSpPr>
          <p:nvPr>
            <p:ph type="body"/>
          </p:nvPr>
        </p:nvSpPr>
        <p:spPr>
          <a:xfrm>
            <a:off x="457200" y="3682080"/>
            <a:ext cx="2649240" cy="1896480"/>
          </a:xfrm>
          <a:prstGeom prst="rect">
            <a:avLst/>
          </a:prstGeom>
          <a:noFill/>
          <a:ln w="0">
            <a:noFill/>
          </a:ln>
        </p:spPr>
        <p:txBody>
          <a:bodyPr numCol="1" spcCol="0"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8" name="PlaceHolder 6"/>
          <p:cNvSpPr>
            <a:spLocks noGrp="1"/>
          </p:cNvSpPr>
          <p:nvPr>
            <p:ph type="body"/>
          </p:nvPr>
        </p:nvSpPr>
        <p:spPr>
          <a:xfrm>
            <a:off x="3239640" y="3682080"/>
            <a:ext cx="2649240" cy="1896480"/>
          </a:xfrm>
          <a:prstGeom prst="rect">
            <a:avLst/>
          </a:prstGeom>
          <a:noFill/>
          <a:ln w="0">
            <a:noFill/>
          </a:ln>
        </p:spPr>
        <p:txBody>
          <a:bodyPr numCol="1" spcCol="0"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9" name="PlaceHolder 7"/>
          <p:cNvSpPr>
            <a:spLocks noGrp="1"/>
          </p:cNvSpPr>
          <p:nvPr>
            <p:ph type="body"/>
          </p:nvPr>
        </p:nvSpPr>
        <p:spPr>
          <a:xfrm>
            <a:off x="6022080" y="3682080"/>
            <a:ext cx="2649240" cy="1896480"/>
          </a:xfrm>
          <a:prstGeom prst="rect">
            <a:avLst/>
          </a:prstGeom>
          <a:noFill/>
          <a:ln w="0">
            <a:noFill/>
          </a:ln>
        </p:spPr>
        <p:txBody>
          <a:bodyPr numCol="1" spcCol="0"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0" name="PlaceHolder 8"/>
          <p:cNvSpPr>
            <a:spLocks noGrp="1"/>
          </p:cNvSpPr>
          <p:nvPr>
            <p:ph type="ftr" idx="10"/>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1" name="PlaceHolder 9"/>
          <p:cNvSpPr>
            <a:spLocks noGrp="1"/>
          </p:cNvSpPr>
          <p:nvPr>
            <p:ph type="sldNum" idx="11"/>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90384D71-0F1A-4CED-B099-87C330E4AC0A}"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2" name="PlaceHolder 10"/>
          <p:cNvSpPr>
            <a:spLocks noGrp="1"/>
          </p:cNvSpPr>
          <p:nvPr>
            <p:ph type="dt" idx="12"/>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ftr" idx="13"/>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4" name="PlaceHolder 2"/>
          <p:cNvSpPr>
            <a:spLocks noGrp="1"/>
          </p:cNvSpPr>
          <p:nvPr>
            <p:ph type="sldNum" idx="14"/>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82850305-26B7-4680-B9DF-5D216099A969}"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5" name="PlaceHolder 3"/>
          <p:cNvSpPr>
            <a:spLocks noGrp="1"/>
          </p:cNvSpPr>
          <p:nvPr>
            <p:ph type="dt" idx="15"/>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47" name="PlaceHolder 2"/>
          <p:cNvSpPr>
            <a:spLocks noGrp="1"/>
          </p:cNvSpPr>
          <p:nvPr>
            <p:ph type="ftr" idx="16"/>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8" name="PlaceHolder 3"/>
          <p:cNvSpPr>
            <a:spLocks noGrp="1"/>
          </p:cNvSpPr>
          <p:nvPr>
            <p:ph type="sldNum" idx="17"/>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DE578732-4125-4C7E-A308-40729B749299}"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9" name="PlaceHolder 4"/>
          <p:cNvSpPr>
            <a:spLocks noGrp="1"/>
          </p:cNvSpPr>
          <p:nvPr>
            <p:ph type="dt" idx="18"/>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53" name="PlaceHolder 2"/>
          <p:cNvSpPr>
            <a:spLocks noGrp="1"/>
          </p:cNvSpPr>
          <p:nvPr>
            <p:ph type="body"/>
          </p:nvPr>
        </p:nvSpPr>
        <p:spPr>
          <a:xfrm>
            <a:off x="457200" y="1604520"/>
            <a:ext cx="8228880" cy="397692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4" name="PlaceHolder 3"/>
          <p:cNvSpPr>
            <a:spLocks noGrp="1"/>
          </p:cNvSpPr>
          <p:nvPr>
            <p:ph type="ftr" idx="19"/>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55" name="PlaceHolder 4"/>
          <p:cNvSpPr>
            <a:spLocks noGrp="1"/>
          </p:cNvSpPr>
          <p:nvPr>
            <p:ph type="sldNum" idx="20"/>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A96B4C1B-E618-44E1-8048-51B201FEFC7F}"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56" name="PlaceHolder 5"/>
          <p:cNvSpPr>
            <a:spLocks noGrp="1"/>
          </p:cNvSpPr>
          <p:nvPr>
            <p:ph type="dt" idx="21"/>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60" name="PlaceHolder 2"/>
          <p:cNvSpPr>
            <a:spLocks noGrp="1"/>
          </p:cNvSpPr>
          <p:nvPr>
            <p:ph type="body"/>
          </p:nvPr>
        </p:nvSpPr>
        <p:spPr>
          <a:xfrm>
            <a:off x="457200" y="1604520"/>
            <a:ext cx="4015440" cy="3976920"/>
          </a:xfrm>
          <a:prstGeom prst="rect">
            <a:avLst/>
          </a:prstGeom>
          <a:noFill/>
          <a:ln w="0">
            <a:noFill/>
          </a:ln>
        </p:spPr>
        <p:txBody>
          <a:bodyPr numCol="1" spcCol="0"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61" name="PlaceHolder 3"/>
          <p:cNvSpPr>
            <a:spLocks noGrp="1"/>
          </p:cNvSpPr>
          <p:nvPr>
            <p:ph type="body"/>
          </p:nvPr>
        </p:nvSpPr>
        <p:spPr>
          <a:xfrm>
            <a:off x="4674240" y="1604520"/>
            <a:ext cx="4015440" cy="3976920"/>
          </a:xfrm>
          <a:prstGeom prst="rect">
            <a:avLst/>
          </a:prstGeom>
          <a:noFill/>
          <a:ln w="0">
            <a:noFill/>
          </a:ln>
        </p:spPr>
        <p:txBody>
          <a:bodyPr numCol="1" spcCol="0"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62" name="PlaceHolder 4"/>
          <p:cNvSpPr>
            <a:spLocks noGrp="1"/>
          </p:cNvSpPr>
          <p:nvPr>
            <p:ph type="ftr" idx="22"/>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63" name="PlaceHolder 5"/>
          <p:cNvSpPr>
            <a:spLocks noGrp="1"/>
          </p:cNvSpPr>
          <p:nvPr>
            <p:ph type="sldNum" idx="23"/>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6FE3902E-64EB-48B6-8887-D3EF5FD980BE}"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64" name="PlaceHolder 6"/>
          <p:cNvSpPr>
            <a:spLocks noGrp="1"/>
          </p:cNvSpPr>
          <p:nvPr>
            <p:ph type="dt" idx="24"/>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69" name="PlaceHolder 2"/>
          <p:cNvSpPr>
            <a:spLocks noGrp="1"/>
          </p:cNvSpPr>
          <p:nvPr>
            <p:ph type="ftr" idx="25"/>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70" name="PlaceHolder 3"/>
          <p:cNvSpPr>
            <a:spLocks noGrp="1"/>
          </p:cNvSpPr>
          <p:nvPr>
            <p:ph type="sldNum" idx="26"/>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72B6CF3C-BB84-4707-9446-C211B9228406}"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71" name="PlaceHolder 4"/>
          <p:cNvSpPr>
            <a:spLocks noGrp="1"/>
          </p:cNvSpPr>
          <p:nvPr>
            <p:ph type="dt" idx="27"/>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PlaceHolder 1"/>
          <p:cNvSpPr>
            <a:spLocks noGrp="1"/>
          </p:cNvSpPr>
          <p:nvPr>
            <p:ph type="ftr" idx="28"/>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74" name="PlaceHolder 2"/>
          <p:cNvSpPr>
            <a:spLocks noGrp="1"/>
          </p:cNvSpPr>
          <p:nvPr>
            <p:ph type="sldNum" idx="29"/>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BAB31F7F-868A-479F-8556-77F5D601F78F}"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75" name="PlaceHolder 3"/>
          <p:cNvSpPr>
            <a:spLocks noGrp="1"/>
          </p:cNvSpPr>
          <p:nvPr>
            <p:ph type="dt" idx="30"/>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77" name="PlaceHolder 2"/>
          <p:cNvSpPr>
            <a:spLocks noGrp="1"/>
          </p:cNvSpPr>
          <p:nvPr>
            <p:ph type="body"/>
          </p:nvPr>
        </p:nvSpPr>
        <p:spPr>
          <a:xfrm>
            <a:off x="457200" y="160452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78" name="PlaceHolder 3"/>
          <p:cNvSpPr>
            <a:spLocks noGrp="1"/>
          </p:cNvSpPr>
          <p:nvPr>
            <p:ph type="body"/>
          </p:nvPr>
        </p:nvSpPr>
        <p:spPr>
          <a:xfrm>
            <a:off x="4674240" y="1604520"/>
            <a:ext cx="4015440" cy="3976920"/>
          </a:xfrm>
          <a:prstGeom prst="rect">
            <a:avLst/>
          </a:prstGeom>
          <a:noFill/>
          <a:ln w="0">
            <a:noFill/>
          </a:ln>
        </p:spPr>
        <p:txBody>
          <a:bodyPr numCol="1" spcCol="0"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79" name="PlaceHolder 4"/>
          <p:cNvSpPr>
            <a:spLocks noGrp="1"/>
          </p:cNvSpPr>
          <p:nvPr>
            <p:ph type="body"/>
          </p:nvPr>
        </p:nvSpPr>
        <p:spPr>
          <a:xfrm>
            <a:off x="457200" y="368208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80" name="PlaceHolder 5"/>
          <p:cNvSpPr>
            <a:spLocks noGrp="1"/>
          </p:cNvSpPr>
          <p:nvPr>
            <p:ph type="ftr" idx="31"/>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81" name="PlaceHolder 6"/>
          <p:cNvSpPr>
            <a:spLocks noGrp="1"/>
          </p:cNvSpPr>
          <p:nvPr>
            <p:ph type="sldNum" idx="32"/>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0B13ABA0-D686-4FA7-AF34-04D75A7FBD57}"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82" name="PlaceHolder 7"/>
          <p:cNvSpPr>
            <a:spLocks noGrp="1"/>
          </p:cNvSpPr>
          <p:nvPr>
            <p:ph type="dt" idx="33"/>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88" name="PlaceHolder 2"/>
          <p:cNvSpPr>
            <a:spLocks noGrp="1"/>
          </p:cNvSpPr>
          <p:nvPr>
            <p:ph type="body"/>
          </p:nvPr>
        </p:nvSpPr>
        <p:spPr>
          <a:xfrm>
            <a:off x="457200" y="1604520"/>
            <a:ext cx="4015440" cy="3976920"/>
          </a:xfrm>
          <a:prstGeom prst="rect">
            <a:avLst/>
          </a:prstGeom>
          <a:noFill/>
          <a:ln w="0">
            <a:noFill/>
          </a:ln>
        </p:spPr>
        <p:txBody>
          <a:bodyPr numCol="1" spcCol="0"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89" name="PlaceHolder 3"/>
          <p:cNvSpPr>
            <a:spLocks noGrp="1"/>
          </p:cNvSpPr>
          <p:nvPr>
            <p:ph type="body"/>
          </p:nvPr>
        </p:nvSpPr>
        <p:spPr>
          <a:xfrm>
            <a:off x="4674240" y="160452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90" name="PlaceHolder 4"/>
          <p:cNvSpPr>
            <a:spLocks noGrp="1"/>
          </p:cNvSpPr>
          <p:nvPr>
            <p:ph type="body"/>
          </p:nvPr>
        </p:nvSpPr>
        <p:spPr>
          <a:xfrm>
            <a:off x="4674240" y="368208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91" name="PlaceHolder 5"/>
          <p:cNvSpPr>
            <a:spLocks noGrp="1"/>
          </p:cNvSpPr>
          <p:nvPr>
            <p:ph type="ftr" idx="34"/>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92" name="PlaceHolder 6"/>
          <p:cNvSpPr>
            <a:spLocks noGrp="1"/>
          </p:cNvSpPr>
          <p:nvPr>
            <p:ph type="sldNum" idx="35"/>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0EC3FDD9-F969-4BA6-BA45-2663DEF4F56A}"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93" name="PlaceHolder 7"/>
          <p:cNvSpPr>
            <a:spLocks noGrp="1"/>
          </p:cNvSpPr>
          <p:nvPr>
            <p:ph type="dt" idx="36"/>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99" name="PlaceHolder 2"/>
          <p:cNvSpPr>
            <a:spLocks noGrp="1"/>
          </p:cNvSpPr>
          <p:nvPr>
            <p:ph type="body"/>
          </p:nvPr>
        </p:nvSpPr>
        <p:spPr>
          <a:xfrm>
            <a:off x="457200" y="160452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00" name="PlaceHolder 3"/>
          <p:cNvSpPr>
            <a:spLocks noGrp="1"/>
          </p:cNvSpPr>
          <p:nvPr>
            <p:ph type="body"/>
          </p:nvPr>
        </p:nvSpPr>
        <p:spPr>
          <a:xfrm>
            <a:off x="4674240" y="160452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01" name="PlaceHolder 4"/>
          <p:cNvSpPr>
            <a:spLocks noGrp="1"/>
          </p:cNvSpPr>
          <p:nvPr>
            <p:ph type="body"/>
          </p:nvPr>
        </p:nvSpPr>
        <p:spPr>
          <a:xfrm>
            <a:off x="457200" y="3682080"/>
            <a:ext cx="8228880" cy="1896480"/>
          </a:xfrm>
          <a:prstGeom prst="rect">
            <a:avLst/>
          </a:prstGeom>
          <a:noFill/>
          <a:ln w="0">
            <a:noFill/>
          </a:ln>
        </p:spPr>
        <p:txBody>
          <a:bodyPr numCol="1" spcCol="0"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02" name="PlaceHolder 5"/>
          <p:cNvSpPr>
            <a:spLocks noGrp="1"/>
          </p:cNvSpPr>
          <p:nvPr>
            <p:ph type="ftr" idx="37"/>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103" name="PlaceHolder 6"/>
          <p:cNvSpPr>
            <a:spLocks noGrp="1"/>
          </p:cNvSpPr>
          <p:nvPr>
            <p:ph type="sldNum" idx="38"/>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3F66260B-36B3-4603-B99D-09E16505527A}"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104" name="PlaceHolder 7"/>
          <p:cNvSpPr>
            <a:spLocks noGrp="1"/>
          </p:cNvSpPr>
          <p:nvPr>
            <p:ph type="dt" idx="39"/>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9"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110" name="PlaceHolder 2"/>
          <p:cNvSpPr>
            <a:spLocks noGrp="1"/>
          </p:cNvSpPr>
          <p:nvPr>
            <p:ph type="body"/>
          </p:nvPr>
        </p:nvSpPr>
        <p:spPr>
          <a:xfrm>
            <a:off x="457200" y="1604520"/>
            <a:ext cx="8228880" cy="1896480"/>
          </a:xfrm>
          <a:prstGeom prst="rect">
            <a:avLst/>
          </a:prstGeom>
          <a:noFill/>
          <a:ln w="0">
            <a:noFill/>
          </a:ln>
        </p:spPr>
        <p:txBody>
          <a:bodyPr numCol="1" spcCol="0"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11" name="PlaceHolder 3"/>
          <p:cNvSpPr>
            <a:spLocks noGrp="1"/>
          </p:cNvSpPr>
          <p:nvPr>
            <p:ph type="body"/>
          </p:nvPr>
        </p:nvSpPr>
        <p:spPr>
          <a:xfrm>
            <a:off x="457200" y="3682080"/>
            <a:ext cx="8228880" cy="1896480"/>
          </a:xfrm>
          <a:prstGeom prst="rect">
            <a:avLst/>
          </a:prstGeom>
          <a:noFill/>
          <a:ln w="0">
            <a:noFill/>
          </a:ln>
        </p:spPr>
        <p:txBody>
          <a:bodyPr numCol="1" spcCol="0"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12" name="PlaceHolder 4"/>
          <p:cNvSpPr>
            <a:spLocks noGrp="1"/>
          </p:cNvSpPr>
          <p:nvPr>
            <p:ph type="ftr" idx="40"/>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113" name="PlaceHolder 5"/>
          <p:cNvSpPr>
            <a:spLocks noGrp="1"/>
          </p:cNvSpPr>
          <p:nvPr>
            <p:ph type="sldNum" idx="41"/>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3C1BB2DC-88FC-4A75-A2F9-97F604E1661B}"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114" name="PlaceHolder 6"/>
          <p:cNvSpPr>
            <a:spLocks noGrp="1"/>
          </p:cNvSpPr>
          <p:nvPr>
            <p:ph type="dt" idx="42"/>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119" name="PlaceHolder 2"/>
          <p:cNvSpPr>
            <a:spLocks noGrp="1"/>
          </p:cNvSpPr>
          <p:nvPr>
            <p:ph type="body"/>
          </p:nvPr>
        </p:nvSpPr>
        <p:spPr>
          <a:xfrm>
            <a:off x="457200" y="160452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20" name="PlaceHolder 3"/>
          <p:cNvSpPr>
            <a:spLocks noGrp="1"/>
          </p:cNvSpPr>
          <p:nvPr>
            <p:ph type="body"/>
          </p:nvPr>
        </p:nvSpPr>
        <p:spPr>
          <a:xfrm>
            <a:off x="4674240" y="160452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21" name="PlaceHolder 4"/>
          <p:cNvSpPr>
            <a:spLocks noGrp="1"/>
          </p:cNvSpPr>
          <p:nvPr>
            <p:ph type="body"/>
          </p:nvPr>
        </p:nvSpPr>
        <p:spPr>
          <a:xfrm>
            <a:off x="457200" y="368208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22" name="PlaceHolder 5"/>
          <p:cNvSpPr>
            <a:spLocks noGrp="1"/>
          </p:cNvSpPr>
          <p:nvPr>
            <p:ph type="body"/>
          </p:nvPr>
        </p:nvSpPr>
        <p:spPr>
          <a:xfrm>
            <a:off x="4674240" y="368208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23" name="PlaceHolder 6"/>
          <p:cNvSpPr>
            <a:spLocks noGrp="1"/>
          </p:cNvSpPr>
          <p:nvPr>
            <p:ph type="ftr" idx="43"/>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124" name="PlaceHolder 7"/>
          <p:cNvSpPr>
            <a:spLocks noGrp="1"/>
          </p:cNvSpPr>
          <p:nvPr>
            <p:ph type="sldNum" idx="44"/>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BE5D0BA6-8A53-48DF-9664-8E145DB5E27E}"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125" name="PlaceHolder 8"/>
          <p:cNvSpPr>
            <a:spLocks noGrp="1"/>
          </p:cNvSpPr>
          <p:nvPr>
            <p:ph type="dt" idx="45"/>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1"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132" name="PlaceHolder 2"/>
          <p:cNvSpPr>
            <a:spLocks noGrp="1"/>
          </p:cNvSpPr>
          <p:nvPr>
            <p:ph type="body"/>
          </p:nvPr>
        </p:nvSpPr>
        <p:spPr>
          <a:xfrm>
            <a:off x="457200" y="1604520"/>
            <a:ext cx="2649240" cy="1896480"/>
          </a:xfrm>
          <a:prstGeom prst="rect">
            <a:avLst/>
          </a:prstGeom>
          <a:noFill/>
          <a:ln w="0">
            <a:noFill/>
          </a:ln>
        </p:spPr>
        <p:txBody>
          <a:bodyPr numCol="1" spcCol="0"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33" name="PlaceHolder 3"/>
          <p:cNvSpPr>
            <a:spLocks noGrp="1"/>
          </p:cNvSpPr>
          <p:nvPr>
            <p:ph type="body"/>
          </p:nvPr>
        </p:nvSpPr>
        <p:spPr>
          <a:xfrm>
            <a:off x="3239640" y="1604520"/>
            <a:ext cx="2649240" cy="1896480"/>
          </a:xfrm>
          <a:prstGeom prst="rect">
            <a:avLst/>
          </a:prstGeom>
          <a:noFill/>
          <a:ln w="0">
            <a:noFill/>
          </a:ln>
        </p:spPr>
        <p:txBody>
          <a:bodyPr numCol="1" spcCol="0"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34" name="PlaceHolder 4"/>
          <p:cNvSpPr>
            <a:spLocks noGrp="1"/>
          </p:cNvSpPr>
          <p:nvPr>
            <p:ph type="body"/>
          </p:nvPr>
        </p:nvSpPr>
        <p:spPr>
          <a:xfrm>
            <a:off x="6022080" y="1604520"/>
            <a:ext cx="2649240" cy="1896480"/>
          </a:xfrm>
          <a:prstGeom prst="rect">
            <a:avLst/>
          </a:prstGeom>
          <a:noFill/>
          <a:ln w="0">
            <a:noFill/>
          </a:ln>
        </p:spPr>
        <p:txBody>
          <a:bodyPr numCol="1" spcCol="0"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35" name="PlaceHolder 5"/>
          <p:cNvSpPr>
            <a:spLocks noGrp="1"/>
          </p:cNvSpPr>
          <p:nvPr>
            <p:ph type="body"/>
          </p:nvPr>
        </p:nvSpPr>
        <p:spPr>
          <a:xfrm>
            <a:off x="457200" y="3682080"/>
            <a:ext cx="2649240" cy="1896480"/>
          </a:xfrm>
          <a:prstGeom prst="rect">
            <a:avLst/>
          </a:prstGeom>
          <a:noFill/>
          <a:ln w="0">
            <a:noFill/>
          </a:ln>
        </p:spPr>
        <p:txBody>
          <a:bodyPr numCol="1" spcCol="0"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36" name="PlaceHolder 6"/>
          <p:cNvSpPr>
            <a:spLocks noGrp="1"/>
          </p:cNvSpPr>
          <p:nvPr>
            <p:ph type="body"/>
          </p:nvPr>
        </p:nvSpPr>
        <p:spPr>
          <a:xfrm>
            <a:off x="3239640" y="3682080"/>
            <a:ext cx="2649240" cy="1896480"/>
          </a:xfrm>
          <a:prstGeom prst="rect">
            <a:avLst/>
          </a:prstGeom>
          <a:noFill/>
          <a:ln w="0">
            <a:noFill/>
          </a:ln>
        </p:spPr>
        <p:txBody>
          <a:bodyPr numCol="1" spcCol="0"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37" name="PlaceHolder 7"/>
          <p:cNvSpPr>
            <a:spLocks noGrp="1"/>
          </p:cNvSpPr>
          <p:nvPr>
            <p:ph type="body"/>
          </p:nvPr>
        </p:nvSpPr>
        <p:spPr>
          <a:xfrm>
            <a:off x="6022080" y="3682080"/>
            <a:ext cx="2649240" cy="1896480"/>
          </a:xfrm>
          <a:prstGeom prst="rect">
            <a:avLst/>
          </a:prstGeom>
          <a:noFill/>
          <a:ln w="0">
            <a:noFill/>
          </a:ln>
        </p:spPr>
        <p:txBody>
          <a:bodyPr numCol="1" spcCol="0"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38" name="PlaceHolder 8"/>
          <p:cNvSpPr>
            <a:spLocks noGrp="1"/>
          </p:cNvSpPr>
          <p:nvPr>
            <p:ph type="ftr" idx="46"/>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139" name="PlaceHolder 9"/>
          <p:cNvSpPr>
            <a:spLocks noGrp="1"/>
          </p:cNvSpPr>
          <p:nvPr>
            <p:ph type="sldNum" idx="47"/>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F16C3EB5-C3FA-45FF-9270-FFBE0C9FD75E}"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140" name="PlaceHolder 10"/>
          <p:cNvSpPr>
            <a:spLocks noGrp="1"/>
          </p:cNvSpPr>
          <p:nvPr>
            <p:ph type="dt" idx="48"/>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 name="PlaceHolder 1"/>
          <p:cNvSpPr>
            <a:spLocks noGrp="1"/>
          </p:cNvSpPr>
          <p:nvPr>
            <p:ph type="ftr" idx="49"/>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142" name="PlaceHolder 2"/>
          <p:cNvSpPr>
            <a:spLocks noGrp="1"/>
          </p:cNvSpPr>
          <p:nvPr>
            <p:ph type="sldNum" idx="50"/>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3517AEF8-2031-4AD9-BDC0-B5C1CEEE43B7}"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143" name="PlaceHolder 3"/>
          <p:cNvSpPr>
            <a:spLocks noGrp="1"/>
          </p:cNvSpPr>
          <p:nvPr>
            <p:ph type="dt" idx="51"/>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145" name="PlaceHolder 2"/>
          <p:cNvSpPr>
            <a:spLocks noGrp="1"/>
          </p:cNvSpPr>
          <p:nvPr>
            <p:ph type="ftr" idx="52"/>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146" name="PlaceHolder 3"/>
          <p:cNvSpPr>
            <a:spLocks noGrp="1"/>
          </p:cNvSpPr>
          <p:nvPr>
            <p:ph type="sldNum" idx="53"/>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EE726361-E99F-4451-AC57-1F1DBB1ACBC9}"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147" name="PlaceHolder 4"/>
          <p:cNvSpPr>
            <a:spLocks noGrp="1"/>
          </p:cNvSpPr>
          <p:nvPr>
            <p:ph type="dt" idx="54"/>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151" name="PlaceHolder 2"/>
          <p:cNvSpPr>
            <a:spLocks noGrp="1"/>
          </p:cNvSpPr>
          <p:nvPr>
            <p:ph type="body"/>
          </p:nvPr>
        </p:nvSpPr>
        <p:spPr>
          <a:xfrm>
            <a:off x="457200" y="1604520"/>
            <a:ext cx="8228880" cy="397692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52" name="PlaceHolder 3"/>
          <p:cNvSpPr>
            <a:spLocks noGrp="1"/>
          </p:cNvSpPr>
          <p:nvPr>
            <p:ph type="ftr" idx="55"/>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153" name="PlaceHolder 4"/>
          <p:cNvSpPr>
            <a:spLocks noGrp="1"/>
          </p:cNvSpPr>
          <p:nvPr>
            <p:ph type="sldNum" idx="56"/>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D2E536C5-898B-4EDD-BBF1-1F7E00029D1B}"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154" name="PlaceHolder 5"/>
          <p:cNvSpPr>
            <a:spLocks noGrp="1"/>
          </p:cNvSpPr>
          <p:nvPr>
            <p:ph type="dt" idx="57"/>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158" name="PlaceHolder 2"/>
          <p:cNvSpPr>
            <a:spLocks noGrp="1"/>
          </p:cNvSpPr>
          <p:nvPr>
            <p:ph type="body"/>
          </p:nvPr>
        </p:nvSpPr>
        <p:spPr>
          <a:xfrm>
            <a:off x="457200" y="1604520"/>
            <a:ext cx="4015440" cy="3976920"/>
          </a:xfrm>
          <a:prstGeom prst="rect">
            <a:avLst/>
          </a:prstGeom>
          <a:noFill/>
          <a:ln w="0">
            <a:noFill/>
          </a:ln>
        </p:spPr>
        <p:txBody>
          <a:bodyPr numCol="1" spcCol="0"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59" name="PlaceHolder 3"/>
          <p:cNvSpPr>
            <a:spLocks noGrp="1"/>
          </p:cNvSpPr>
          <p:nvPr>
            <p:ph type="body"/>
          </p:nvPr>
        </p:nvSpPr>
        <p:spPr>
          <a:xfrm>
            <a:off x="4674240" y="1604520"/>
            <a:ext cx="4015440" cy="3976920"/>
          </a:xfrm>
          <a:prstGeom prst="rect">
            <a:avLst/>
          </a:prstGeom>
          <a:noFill/>
          <a:ln w="0">
            <a:noFill/>
          </a:ln>
        </p:spPr>
        <p:txBody>
          <a:bodyPr numCol="1" spcCol="0"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60" name="PlaceHolder 4"/>
          <p:cNvSpPr>
            <a:spLocks noGrp="1"/>
          </p:cNvSpPr>
          <p:nvPr>
            <p:ph type="ftr" idx="58"/>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161" name="PlaceHolder 5"/>
          <p:cNvSpPr>
            <a:spLocks noGrp="1"/>
          </p:cNvSpPr>
          <p:nvPr>
            <p:ph type="sldNum" idx="59"/>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A9DC8A73-F437-4090-9735-15C430C376DD}"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162" name="PlaceHolder 6"/>
          <p:cNvSpPr>
            <a:spLocks noGrp="1"/>
          </p:cNvSpPr>
          <p:nvPr>
            <p:ph type="dt" idx="60"/>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167" name="PlaceHolder 2"/>
          <p:cNvSpPr>
            <a:spLocks noGrp="1"/>
          </p:cNvSpPr>
          <p:nvPr>
            <p:ph type="ftr" idx="61"/>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168" name="PlaceHolder 3"/>
          <p:cNvSpPr>
            <a:spLocks noGrp="1"/>
          </p:cNvSpPr>
          <p:nvPr>
            <p:ph type="sldNum" idx="62"/>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E14C3D21-BC3F-4157-8E60-45C018C55CB0}"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169" name="PlaceHolder 4"/>
          <p:cNvSpPr>
            <a:spLocks noGrp="1"/>
          </p:cNvSpPr>
          <p:nvPr>
            <p:ph type="dt" idx="63"/>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1" name="PlaceHolder 1"/>
          <p:cNvSpPr>
            <a:spLocks noGrp="1"/>
          </p:cNvSpPr>
          <p:nvPr>
            <p:ph type="ftr" idx="64"/>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172" name="PlaceHolder 2"/>
          <p:cNvSpPr>
            <a:spLocks noGrp="1"/>
          </p:cNvSpPr>
          <p:nvPr>
            <p:ph type="sldNum" idx="65"/>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9A097A2C-D519-4BD6-9BE3-C3D08CD3E70A}"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173" name="PlaceHolder 3"/>
          <p:cNvSpPr>
            <a:spLocks noGrp="1"/>
          </p:cNvSpPr>
          <p:nvPr>
            <p:ph type="dt" idx="66"/>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175" name="PlaceHolder 2"/>
          <p:cNvSpPr>
            <a:spLocks noGrp="1"/>
          </p:cNvSpPr>
          <p:nvPr>
            <p:ph type="body"/>
          </p:nvPr>
        </p:nvSpPr>
        <p:spPr>
          <a:xfrm>
            <a:off x="457200" y="160452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76" name="PlaceHolder 3"/>
          <p:cNvSpPr>
            <a:spLocks noGrp="1"/>
          </p:cNvSpPr>
          <p:nvPr>
            <p:ph type="body"/>
          </p:nvPr>
        </p:nvSpPr>
        <p:spPr>
          <a:xfrm>
            <a:off x="4674240" y="1604520"/>
            <a:ext cx="4015440" cy="3976920"/>
          </a:xfrm>
          <a:prstGeom prst="rect">
            <a:avLst/>
          </a:prstGeom>
          <a:noFill/>
          <a:ln w="0">
            <a:noFill/>
          </a:ln>
        </p:spPr>
        <p:txBody>
          <a:bodyPr numCol="1" spcCol="0"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77" name="PlaceHolder 4"/>
          <p:cNvSpPr>
            <a:spLocks noGrp="1"/>
          </p:cNvSpPr>
          <p:nvPr>
            <p:ph type="body"/>
          </p:nvPr>
        </p:nvSpPr>
        <p:spPr>
          <a:xfrm>
            <a:off x="457200" y="368208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78" name="PlaceHolder 5"/>
          <p:cNvSpPr>
            <a:spLocks noGrp="1"/>
          </p:cNvSpPr>
          <p:nvPr>
            <p:ph type="ftr" idx="67"/>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179" name="PlaceHolder 6"/>
          <p:cNvSpPr>
            <a:spLocks noGrp="1"/>
          </p:cNvSpPr>
          <p:nvPr>
            <p:ph type="sldNum" idx="68"/>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FD14F4A4-6694-43C1-B5C5-7DE1C1F94618}"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180" name="PlaceHolder 7"/>
          <p:cNvSpPr>
            <a:spLocks noGrp="1"/>
          </p:cNvSpPr>
          <p:nvPr>
            <p:ph type="dt" idx="69"/>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186" name="PlaceHolder 2"/>
          <p:cNvSpPr>
            <a:spLocks noGrp="1"/>
          </p:cNvSpPr>
          <p:nvPr>
            <p:ph type="body"/>
          </p:nvPr>
        </p:nvSpPr>
        <p:spPr>
          <a:xfrm>
            <a:off x="457200" y="1604520"/>
            <a:ext cx="4015440" cy="3976920"/>
          </a:xfrm>
          <a:prstGeom prst="rect">
            <a:avLst/>
          </a:prstGeom>
          <a:noFill/>
          <a:ln w="0">
            <a:noFill/>
          </a:ln>
        </p:spPr>
        <p:txBody>
          <a:bodyPr numCol="1" spcCol="0"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87" name="PlaceHolder 3"/>
          <p:cNvSpPr>
            <a:spLocks noGrp="1"/>
          </p:cNvSpPr>
          <p:nvPr>
            <p:ph type="body"/>
          </p:nvPr>
        </p:nvSpPr>
        <p:spPr>
          <a:xfrm>
            <a:off x="4674240" y="160452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88" name="PlaceHolder 4"/>
          <p:cNvSpPr>
            <a:spLocks noGrp="1"/>
          </p:cNvSpPr>
          <p:nvPr>
            <p:ph type="body"/>
          </p:nvPr>
        </p:nvSpPr>
        <p:spPr>
          <a:xfrm>
            <a:off x="4674240" y="3682080"/>
            <a:ext cx="4015440" cy="1896480"/>
          </a:xfrm>
          <a:prstGeom prst="rect">
            <a:avLst/>
          </a:prstGeom>
          <a:noFill/>
          <a:ln w="0">
            <a:noFill/>
          </a:ln>
        </p:spPr>
        <p:txBody>
          <a:bodyPr numCol="1" spcCol="0"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89" name="PlaceHolder 5"/>
          <p:cNvSpPr>
            <a:spLocks noGrp="1"/>
          </p:cNvSpPr>
          <p:nvPr>
            <p:ph type="ftr" idx="70"/>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190" name="PlaceHolder 6"/>
          <p:cNvSpPr>
            <a:spLocks noGrp="1"/>
          </p:cNvSpPr>
          <p:nvPr>
            <p:ph type="sldNum" idx="71"/>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BB243590-90DE-4837-BB53-93E70CA68C3F}"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191" name="PlaceHolder 7"/>
          <p:cNvSpPr>
            <a:spLocks noGrp="1"/>
          </p:cNvSpPr>
          <p:nvPr>
            <p:ph type="dt" idx="72"/>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197"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98"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199"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00" name="PlaceHolder 5"/>
          <p:cNvSpPr>
            <a:spLocks noGrp="1"/>
          </p:cNvSpPr>
          <p:nvPr>
            <p:ph type="ftr" idx="73"/>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201" name="PlaceHolder 6"/>
          <p:cNvSpPr>
            <a:spLocks noGrp="1"/>
          </p:cNvSpPr>
          <p:nvPr>
            <p:ph type="sldNum" idx="74"/>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EE6B3FB8-06BD-4DB6-A789-E00F92FD4531}"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202" name="PlaceHolder 7"/>
          <p:cNvSpPr>
            <a:spLocks noGrp="1"/>
          </p:cNvSpPr>
          <p:nvPr>
            <p:ph type="dt" idx="75"/>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7"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208"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09"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10" name="PlaceHolder 4"/>
          <p:cNvSpPr>
            <a:spLocks noGrp="1"/>
          </p:cNvSpPr>
          <p:nvPr>
            <p:ph type="ftr" idx="76"/>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211" name="PlaceHolder 5"/>
          <p:cNvSpPr>
            <a:spLocks noGrp="1"/>
          </p:cNvSpPr>
          <p:nvPr>
            <p:ph type="sldNum" idx="77"/>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51FB8A26-2931-45FD-85E5-762C126C982C}"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212" name="PlaceHolder 6"/>
          <p:cNvSpPr>
            <a:spLocks noGrp="1"/>
          </p:cNvSpPr>
          <p:nvPr>
            <p:ph type="dt" idx="78"/>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217"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18"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19"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20"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21" name="PlaceHolder 6"/>
          <p:cNvSpPr>
            <a:spLocks noGrp="1"/>
          </p:cNvSpPr>
          <p:nvPr>
            <p:ph type="ftr" idx="79"/>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222" name="PlaceHolder 7"/>
          <p:cNvSpPr>
            <a:spLocks noGrp="1"/>
          </p:cNvSpPr>
          <p:nvPr>
            <p:ph type="sldNum" idx="80"/>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48E55BB8-E574-4288-B0C5-52C5290F9C9D}"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223" name="PlaceHolder 8"/>
          <p:cNvSpPr>
            <a:spLocks noGrp="1"/>
          </p:cNvSpPr>
          <p:nvPr>
            <p:ph type="dt" idx="81"/>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9"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230" name="PlaceHolder 2"/>
          <p:cNvSpPr>
            <a:spLocks noGrp="1"/>
          </p:cNvSpPr>
          <p:nvPr>
            <p:ph type="body"/>
          </p:nvPr>
        </p:nvSpPr>
        <p:spPr>
          <a:xfrm>
            <a:off x="45720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31" name="PlaceHolder 3"/>
          <p:cNvSpPr>
            <a:spLocks noGrp="1"/>
          </p:cNvSpPr>
          <p:nvPr>
            <p:ph type="body"/>
          </p:nvPr>
        </p:nvSpPr>
        <p:spPr>
          <a:xfrm>
            <a:off x="323964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32" name="PlaceHolder 4"/>
          <p:cNvSpPr>
            <a:spLocks noGrp="1"/>
          </p:cNvSpPr>
          <p:nvPr>
            <p:ph type="body"/>
          </p:nvPr>
        </p:nvSpPr>
        <p:spPr>
          <a:xfrm>
            <a:off x="602208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33" name="PlaceHolder 5"/>
          <p:cNvSpPr>
            <a:spLocks noGrp="1"/>
          </p:cNvSpPr>
          <p:nvPr>
            <p:ph type="body"/>
          </p:nvPr>
        </p:nvSpPr>
        <p:spPr>
          <a:xfrm>
            <a:off x="45720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34" name="PlaceHolder 6"/>
          <p:cNvSpPr>
            <a:spLocks noGrp="1"/>
          </p:cNvSpPr>
          <p:nvPr>
            <p:ph type="body"/>
          </p:nvPr>
        </p:nvSpPr>
        <p:spPr>
          <a:xfrm>
            <a:off x="323964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35" name="PlaceHolder 7"/>
          <p:cNvSpPr>
            <a:spLocks noGrp="1"/>
          </p:cNvSpPr>
          <p:nvPr>
            <p:ph type="body"/>
          </p:nvPr>
        </p:nvSpPr>
        <p:spPr>
          <a:xfrm>
            <a:off x="602208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36" name="PlaceHolder 8"/>
          <p:cNvSpPr>
            <a:spLocks noGrp="1"/>
          </p:cNvSpPr>
          <p:nvPr>
            <p:ph type="ftr" idx="82"/>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237" name="PlaceHolder 9"/>
          <p:cNvSpPr>
            <a:spLocks noGrp="1"/>
          </p:cNvSpPr>
          <p:nvPr>
            <p:ph type="sldNum" idx="83"/>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B7AD78C0-5324-42B9-BD37-9570964ECFC9}"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238" name="PlaceHolder 10"/>
          <p:cNvSpPr>
            <a:spLocks noGrp="1"/>
          </p:cNvSpPr>
          <p:nvPr>
            <p:ph type="dt" idx="84"/>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9" name="PlaceHolder 1"/>
          <p:cNvSpPr>
            <a:spLocks noGrp="1"/>
          </p:cNvSpPr>
          <p:nvPr>
            <p:ph type="ftr" idx="85"/>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240" name="PlaceHolder 2"/>
          <p:cNvSpPr>
            <a:spLocks noGrp="1"/>
          </p:cNvSpPr>
          <p:nvPr>
            <p:ph type="sldNum" idx="86"/>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D838B0FC-3DC3-4301-9826-238D04C25EFA}"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241" name="PlaceHolder 3"/>
          <p:cNvSpPr>
            <a:spLocks noGrp="1"/>
          </p:cNvSpPr>
          <p:nvPr>
            <p:ph type="dt" idx="87"/>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
        <p:nvSpPr>
          <p:cNvPr id="242"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s-MX" sz="4400" spc="-1" strike="noStrike">
                <a:solidFill>
                  <a:srgbClr val="000000"/>
                </a:solidFill>
                <a:latin typeface="Arial"/>
              </a:rPr>
              <a:t>Pulse para editar el formato del texto de título</a:t>
            </a:r>
            <a:endParaRPr b="0" lang="es-MX" sz="4400" spc="-1" strike="noStrike">
              <a:solidFill>
                <a:srgbClr val="000000"/>
              </a:solidFill>
              <a:latin typeface="Arial"/>
            </a:endParaRPr>
          </a:p>
        </p:txBody>
      </p:sp>
      <p:sp>
        <p:nvSpPr>
          <p:cNvPr id="243"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MX" sz="3200" spc="-1" strike="noStrike">
                <a:solidFill>
                  <a:srgbClr val="000000"/>
                </a:solidFill>
                <a:latin typeface="Arial"/>
              </a:rPr>
              <a:t>Pulse para editar el formato de texto del esquema</a:t>
            </a:r>
            <a:endParaRPr b="0" lang="es-MX"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2800" spc="-1" strike="noStrike">
                <a:solidFill>
                  <a:srgbClr val="000000"/>
                </a:solidFill>
                <a:latin typeface="Arial"/>
              </a:rPr>
              <a:t>Segundo nivel del esquema</a:t>
            </a:r>
            <a:endParaRPr b="0" lang="es-MX"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2400" spc="-1" strike="noStrike">
                <a:solidFill>
                  <a:srgbClr val="000000"/>
                </a:solidFill>
                <a:latin typeface="Arial"/>
              </a:rPr>
              <a:t>Tercer nivel del esquema</a:t>
            </a:r>
            <a:endParaRPr b="0" lang="es-MX"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2000" spc="-1" strike="noStrike">
                <a:solidFill>
                  <a:srgbClr val="000000"/>
                </a:solidFill>
                <a:latin typeface="Arial"/>
              </a:rPr>
              <a:t>Cuarto nivel del esquema</a:t>
            </a:r>
            <a:endParaRPr b="0" lang="es-MX"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2000" spc="-1" strike="noStrike">
                <a:solidFill>
                  <a:srgbClr val="000000"/>
                </a:solidFill>
                <a:latin typeface="Arial"/>
              </a:rPr>
              <a:t>Quinto nivel del esquema</a:t>
            </a:r>
            <a:endParaRPr b="0" lang="es-MX"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2000" spc="-1" strike="noStrike">
                <a:solidFill>
                  <a:srgbClr val="000000"/>
                </a:solidFill>
                <a:latin typeface="Arial"/>
              </a:rPr>
              <a:t>Sexto nivel del esquema</a:t>
            </a:r>
            <a:endParaRPr b="0" lang="es-MX"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2000" spc="-1" strike="noStrike">
                <a:solidFill>
                  <a:srgbClr val="000000"/>
                </a:solidFill>
                <a:latin typeface="Arial"/>
              </a:rPr>
              <a:t>Séptimo nivel del esquema</a:t>
            </a:r>
            <a:endParaRPr b="0" lang="es-MX"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245" name="PlaceHolder 2"/>
          <p:cNvSpPr>
            <a:spLocks noGrp="1"/>
          </p:cNvSpPr>
          <p:nvPr>
            <p:ph type="ftr" idx="88"/>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246" name="PlaceHolder 3"/>
          <p:cNvSpPr>
            <a:spLocks noGrp="1"/>
          </p:cNvSpPr>
          <p:nvPr>
            <p:ph type="sldNum" idx="89"/>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CB23EC65-96FE-49B1-AC10-FED1E560B113}"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247" name="PlaceHolder 4"/>
          <p:cNvSpPr>
            <a:spLocks noGrp="1"/>
          </p:cNvSpPr>
          <p:nvPr>
            <p:ph type="dt" idx="90"/>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251"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52" name="PlaceHolder 3"/>
          <p:cNvSpPr>
            <a:spLocks noGrp="1"/>
          </p:cNvSpPr>
          <p:nvPr>
            <p:ph type="ftr" idx="91"/>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253" name="PlaceHolder 4"/>
          <p:cNvSpPr>
            <a:spLocks noGrp="1"/>
          </p:cNvSpPr>
          <p:nvPr>
            <p:ph type="sldNum" idx="92"/>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50B0C040-684F-4823-8F4A-8E87967D9B3A}"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254" name="PlaceHolder 5"/>
          <p:cNvSpPr>
            <a:spLocks noGrp="1"/>
          </p:cNvSpPr>
          <p:nvPr>
            <p:ph type="dt" idx="93"/>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7"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258"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59"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60" name="PlaceHolder 4"/>
          <p:cNvSpPr>
            <a:spLocks noGrp="1"/>
          </p:cNvSpPr>
          <p:nvPr>
            <p:ph type="ftr" idx="94"/>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261" name="PlaceHolder 5"/>
          <p:cNvSpPr>
            <a:spLocks noGrp="1"/>
          </p:cNvSpPr>
          <p:nvPr>
            <p:ph type="sldNum" idx="95"/>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3EC7E0A1-A790-41A9-857E-BFD5274E3AD7}"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262" name="PlaceHolder 6"/>
          <p:cNvSpPr>
            <a:spLocks noGrp="1"/>
          </p:cNvSpPr>
          <p:nvPr>
            <p:ph type="dt" idx="96"/>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267" name="PlaceHolder 2"/>
          <p:cNvSpPr>
            <a:spLocks noGrp="1"/>
          </p:cNvSpPr>
          <p:nvPr>
            <p:ph type="ftr" idx="97"/>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268" name="PlaceHolder 3"/>
          <p:cNvSpPr>
            <a:spLocks noGrp="1"/>
          </p:cNvSpPr>
          <p:nvPr>
            <p:ph type="sldNum" idx="98"/>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E8456100-45AD-4F96-A460-7DF84CF96FE5}"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269" name="PlaceHolder 4"/>
          <p:cNvSpPr>
            <a:spLocks noGrp="1"/>
          </p:cNvSpPr>
          <p:nvPr>
            <p:ph type="dt" idx="99"/>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1" name="PlaceHolder 1"/>
          <p:cNvSpPr>
            <a:spLocks noGrp="1"/>
          </p:cNvSpPr>
          <p:nvPr>
            <p:ph type="ftr" idx="100"/>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272" name="PlaceHolder 2"/>
          <p:cNvSpPr>
            <a:spLocks noGrp="1"/>
          </p:cNvSpPr>
          <p:nvPr>
            <p:ph type="sldNum" idx="101"/>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9A64547E-40B2-4765-AB67-9D72B52DA2A0}"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273" name="PlaceHolder 3"/>
          <p:cNvSpPr>
            <a:spLocks noGrp="1"/>
          </p:cNvSpPr>
          <p:nvPr>
            <p:ph type="dt" idx="102"/>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27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76"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77"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78" name="PlaceHolder 5"/>
          <p:cNvSpPr>
            <a:spLocks noGrp="1"/>
          </p:cNvSpPr>
          <p:nvPr>
            <p:ph type="ftr" idx="103"/>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279" name="PlaceHolder 6"/>
          <p:cNvSpPr>
            <a:spLocks noGrp="1"/>
          </p:cNvSpPr>
          <p:nvPr>
            <p:ph type="sldNum" idx="104"/>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343BC15D-30CE-4930-9FBB-3E7E97C753EA}"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280" name="PlaceHolder 7"/>
          <p:cNvSpPr>
            <a:spLocks noGrp="1"/>
          </p:cNvSpPr>
          <p:nvPr>
            <p:ph type="dt" idx="105"/>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286"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87"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88"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89" name="PlaceHolder 5"/>
          <p:cNvSpPr>
            <a:spLocks noGrp="1"/>
          </p:cNvSpPr>
          <p:nvPr>
            <p:ph type="ftr" idx="106"/>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290" name="PlaceHolder 6"/>
          <p:cNvSpPr>
            <a:spLocks noGrp="1"/>
          </p:cNvSpPr>
          <p:nvPr>
            <p:ph type="sldNum" idx="107"/>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0A11CCB7-C0C1-4BE6-B511-E328584BFF57}"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291" name="PlaceHolder 7"/>
          <p:cNvSpPr>
            <a:spLocks noGrp="1"/>
          </p:cNvSpPr>
          <p:nvPr>
            <p:ph type="dt" idx="108"/>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9" r:id="rId2"/>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297"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98"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299"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00" name="PlaceHolder 5"/>
          <p:cNvSpPr>
            <a:spLocks noGrp="1"/>
          </p:cNvSpPr>
          <p:nvPr>
            <p:ph type="ftr" idx="109"/>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301" name="PlaceHolder 6"/>
          <p:cNvSpPr>
            <a:spLocks noGrp="1"/>
          </p:cNvSpPr>
          <p:nvPr>
            <p:ph type="sldNum" idx="110"/>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5078117B-B5AA-4C1B-BD1F-99A1CB45C86A}"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302" name="PlaceHolder 7"/>
          <p:cNvSpPr>
            <a:spLocks noGrp="1"/>
          </p:cNvSpPr>
          <p:nvPr>
            <p:ph type="dt" idx="111"/>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1" r:id="rId2"/>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7"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308"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09"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10" name="PlaceHolder 4"/>
          <p:cNvSpPr>
            <a:spLocks noGrp="1"/>
          </p:cNvSpPr>
          <p:nvPr>
            <p:ph type="ftr" idx="112"/>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311" name="PlaceHolder 5"/>
          <p:cNvSpPr>
            <a:spLocks noGrp="1"/>
          </p:cNvSpPr>
          <p:nvPr>
            <p:ph type="sldNum" idx="113"/>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5C4FB528-D6D2-4F3B-9E6B-64298C832261}"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312" name="PlaceHolder 6"/>
          <p:cNvSpPr>
            <a:spLocks noGrp="1"/>
          </p:cNvSpPr>
          <p:nvPr>
            <p:ph type="dt" idx="114"/>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3" r:id="rId2"/>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317"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18"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19"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20"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21" name="PlaceHolder 6"/>
          <p:cNvSpPr>
            <a:spLocks noGrp="1"/>
          </p:cNvSpPr>
          <p:nvPr>
            <p:ph type="ftr" idx="115"/>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322" name="PlaceHolder 7"/>
          <p:cNvSpPr>
            <a:spLocks noGrp="1"/>
          </p:cNvSpPr>
          <p:nvPr>
            <p:ph type="sldNum" idx="116"/>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EEBAE765-11F2-4440-B4CC-DCF7CD9E31D5}"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323" name="PlaceHolder 8"/>
          <p:cNvSpPr>
            <a:spLocks noGrp="1"/>
          </p:cNvSpPr>
          <p:nvPr>
            <p:ph type="dt" idx="117"/>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5" r:id="rId2"/>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9"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330" name="PlaceHolder 2"/>
          <p:cNvSpPr>
            <a:spLocks noGrp="1"/>
          </p:cNvSpPr>
          <p:nvPr>
            <p:ph type="body"/>
          </p:nvPr>
        </p:nvSpPr>
        <p:spPr>
          <a:xfrm>
            <a:off x="45720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31" name="PlaceHolder 3"/>
          <p:cNvSpPr>
            <a:spLocks noGrp="1"/>
          </p:cNvSpPr>
          <p:nvPr>
            <p:ph type="body"/>
          </p:nvPr>
        </p:nvSpPr>
        <p:spPr>
          <a:xfrm>
            <a:off x="323964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32" name="PlaceHolder 4"/>
          <p:cNvSpPr>
            <a:spLocks noGrp="1"/>
          </p:cNvSpPr>
          <p:nvPr>
            <p:ph type="body"/>
          </p:nvPr>
        </p:nvSpPr>
        <p:spPr>
          <a:xfrm>
            <a:off x="602208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33" name="PlaceHolder 5"/>
          <p:cNvSpPr>
            <a:spLocks noGrp="1"/>
          </p:cNvSpPr>
          <p:nvPr>
            <p:ph type="body"/>
          </p:nvPr>
        </p:nvSpPr>
        <p:spPr>
          <a:xfrm>
            <a:off x="45720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34" name="PlaceHolder 6"/>
          <p:cNvSpPr>
            <a:spLocks noGrp="1"/>
          </p:cNvSpPr>
          <p:nvPr>
            <p:ph type="body"/>
          </p:nvPr>
        </p:nvSpPr>
        <p:spPr>
          <a:xfrm>
            <a:off x="323964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35" name="PlaceHolder 7"/>
          <p:cNvSpPr>
            <a:spLocks noGrp="1"/>
          </p:cNvSpPr>
          <p:nvPr>
            <p:ph type="body"/>
          </p:nvPr>
        </p:nvSpPr>
        <p:spPr>
          <a:xfrm>
            <a:off x="602208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36" name="PlaceHolder 8"/>
          <p:cNvSpPr>
            <a:spLocks noGrp="1"/>
          </p:cNvSpPr>
          <p:nvPr>
            <p:ph type="ftr" idx="118"/>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337" name="PlaceHolder 9"/>
          <p:cNvSpPr>
            <a:spLocks noGrp="1"/>
          </p:cNvSpPr>
          <p:nvPr>
            <p:ph type="sldNum" idx="119"/>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19E69009-F72D-4821-902A-CD9E466ACB3C}"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338" name="PlaceHolder 10"/>
          <p:cNvSpPr>
            <a:spLocks noGrp="1"/>
          </p:cNvSpPr>
          <p:nvPr>
            <p:ph type="dt" idx="120"/>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9" name="PlaceHolder 1"/>
          <p:cNvSpPr>
            <a:spLocks noGrp="1"/>
          </p:cNvSpPr>
          <p:nvPr>
            <p:ph type="ftr" idx="121"/>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340" name="PlaceHolder 2"/>
          <p:cNvSpPr>
            <a:spLocks noGrp="1"/>
          </p:cNvSpPr>
          <p:nvPr>
            <p:ph type="sldNum" idx="122"/>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49FF4B85-D3E4-43E2-9373-FCA7403F54DC}"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341" name="PlaceHolder 3"/>
          <p:cNvSpPr>
            <a:spLocks noGrp="1"/>
          </p:cNvSpPr>
          <p:nvPr>
            <p:ph type="dt" idx="123"/>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9" r:id="rId2"/>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343" name="PlaceHolder 2"/>
          <p:cNvSpPr>
            <a:spLocks noGrp="1"/>
          </p:cNvSpPr>
          <p:nvPr>
            <p:ph type="ftr" idx="124"/>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344" name="PlaceHolder 3"/>
          <p:cNvSpPr>
            <a:spLocks noGrp="1"/>
          </p:cNvSpPr>
          <p:nvPr>
            <p:ph type="sldNum" idx="125"/>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9804E876-F985-470F-BCF6-09240E7F2B69}"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345" name="PlaceHolder 4"/>
          <p:cNvSpPr>
            <a:spLocks noGrp="1"/>
          </p:cNvSpPr>
          <p:nvPr>
            <p:ph type="dt" idx="126"/>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1" r:id="rId2"/>
  </p:sldLayoutIdLst>
</p:sldMaster>
</file>

<file path=ppt/slideMasters/slideMaster4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349"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50" name="PlaceHolder 3"/>
          <p:cNvSpPr>
            <a:spLocks noGrp="1"/>
          </p:cNvSpPr>
          <p:nvPr>
            <p:ph type="ftr" idx="127"/>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351" name="PlaceHolder 4"/>
          <p:cNvSpPr>
            <a:spLocks noGrp="1"/>
          </p:cNvSpPr>
          <p:nvPr>
            <p:ph type="sldNum" idx="128"/>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628A7795-47E8-4E48-9B88-B8E3715021F2}"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352" name="PlaceHolder 5"/>
          <p:cNvSpPr>
            <a:spLocks noGrp="1"/>
          </p:cNvSpPr>
          <p:nvPr>
            <p:ph type="dt" idx="129"/>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3" r:id="rId2"/>
  </p:sldLayoutIdLst>
</p:sldMaster>
</file>

<file path=ppt/slideMasters/slideMaster4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356"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57"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58" name="PlaceHolder 4"/>
          <p:cNvSpPr>
            <a:spLocks noGrp="1"/>
          </p:cNvSpPr>
          <p:nvPr>
            <p:ph type="ftr" idx="130"/>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359" name="PlaceHolder 5"/>
          <p:cNvSpPr>
            <a:spLocks noGrp="1"/>
          </p:cNvSpPr>
          <p:nvPr>
            <p:ph type="sldNum" idx="131"/>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6A38A89F-C71E-4369-81E2-74290C238F08}"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360" name="PlaceHolder 6"/>
          <p:cNvSpPr>
            <a:spLocks noGrp="1"/>
          </p:cNvSpPr>
          <p:nvPr>
            <p:ph type="dt" idx="132"/>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5" r:id="rId2"/>
  </p:sldLayoutIdLst>
</p:sldMaster>
</file>

<file path=ppt/slideMasters/slideMaster4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365" name="PlaceHolder 2"/>
          <p:cNvSpPr>
            <a:spLocks noGrp="1"/>
          </p:cNvSpPr>
          <p:nvPr>
            <p:ph type="ftr" idx="133"/>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366" name="PlaceHolder 3"/>
          <p:cNvSpPr>
            <a:spLocks noGrp="1"/>
          </p:cNvSpPr>
          <p:nvPr>
            <p:ph type="sldNum" idx="134"/>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4B287FFB-FC36-4808-9FA2-44BB66483FB3}"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367" name="PlaceHolder 4"/>
          <p:cNvSpPr>
            <a:spLocks noGrp="1"/>
          </p:cNvSpPr>
          <p:nvPr>
            <p:ph type="dt" idx="135"/>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
        <p:nvSpPr>
          <p:cNvPr id="368"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MX" sz="3200" spc="-1" strike="noStrike">
                <a:solidFill>
                  <a:srgbClr val="000000"/>
                </a:solidFill>
                <a:latin typeface="Arial"/>
              </a:rPr>
              <a:t>Pulse para editar el formato de texto del esquema</a:t>
            </a:r>
            <a:endParaRPr b="0" lang="es-MX"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2800" spc="-1" strike="noStrike">
                <a:solidFill>
                  <a:srgbClr val="000000"/>
                </a:solidFill>
                <a:latin typeface="Arial"/>
              </a:rPr>
              <a:t>Segundo nivel del esquema</a:t>
            </a:r>
            <a:endParaRPr b="0" lang="es-MX"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2400" spc="-1" strike="noStrike">
                <a:solidFill>
                  <a:srgbClr val="000000"/>
                </a:solidFill>
                <a:latin typeface="Arial"/>
              </a:rPr>
              <a:t>Tercer nivel del esquema</a:t>
            </a:r>
            <a:endParaRPr b="0" lang="es-MX"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2000" spc="-1" strike="noStrike">
                <a:solidFill>
                  <a:srgbClr val="000000"/>
                </a:solidFill>
                <a:latin typeface="Arial"/>
              </a:rPr>
              <a:t>Cuarto nivel del esquema</a:t>
            </a:r>
            <a:endParaRPr b="0" lang="es-MX"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2000" spc="-1" strike="noStrike">
                <a:solidFill>
                  <a:srgbClr val="000000"/>
                </a:solidFill>
                <a:latin typeface="Arial"/>
              </a:rPr>
              <a:t>Quinto nivel del esquema</a:t>
            </a:r>
            <a:endParaRPr b="0" lang="es-MX"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2000" spc="-1" strike="noStrike">
                <a:solidFill>
                  <a:srgbClr val="000000"/>
                </a:solidFill>
                <a:latin typeface="Arial"/>
              </a:rPr>
              <a:t>Sexto nivel del esquema</a:t>
            </a:r>
            <a:endParaRPr b="0" lang="es-MX"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2000" spc="-1" strike="noStrike">
                <a:solidFill>
                  <a:srgbClr val="000000"/>
                </a:solidFill>
                <a:latin typeface="Arial"/>
              </a:rPr>
              <a:t>Séptimo nivel del esquema</a:t>
            </a:r>
            <a:endParaRPr b="0" lang="es-MX"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7" r:id="rId2"/>
  </p:sldLayoutIdLst>
</p:sldMaster>
</file>

<file path=ppt/slideMasters/slideMaster4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0" name="PlaceHolder 1"/>
          <p:cNvSpPr>
            <a:spLocks noGrp="1"/>
          </p:cNvSpPr>
          <p:nvPr>
            <p:ph type="ftr" idx="136"/>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371" name="PlaceHolder 2"/>
          <p:cNvSpPr>
            <a:spLocks noGrp="1"/>
          </p:cNvSpPr>
          <p:nvPr>
            <p:ph type="sldNum" idx="137"/>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73F03813-55E5-4386-BF42-2E20D255F44D}"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372" name="PlaceHolder 3"/>
          <p:cNvSpPr>
            <a:spLocks noGrp="1"/>
          </p:cNvSpPr>
          <p:nvPr>
            <p:ph type="dt" idx="138"/>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9" r:id="rId2"/>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3"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374"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75"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76"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77" name="PlaceHolder 5"/>
          <p:cNvSpPr>
            <a:spLocks noGrp="1"/>
          </p:cNvSpPr>
          <p:nvPr>
            <p:ph type="ftr" idx="139"/>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378" name="PlaceHolder 6"/>
          <p:cNvSpPr>
            <a:spLocks noGrp="1"/>
          </p:cNvSpPr>
          <p:nvPr>
            <p:ph type="sldNum" idx="140"/>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B5E20A72-A485-40A2-81A8-8216C57D7413}"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379" name="PlaceHolder 7"/>
          <p:cNvSpPr>
            <a:spLocks noGrp="1"/>
          </p:cNvSpPr>
          <p:nvPr>
            <p:ph type="dt" idx="141"/>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1" r:id="rId2"/>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385"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8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87"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88" name="PlaceHolder 5"/>
          <p:cNvSpPr>
            <a:spLocks noGrp="1"/>
          </p:cNvSpPr>
          <p:nvPr>
            <p:ph type="ftr" idx="142"/>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389" name="PlaceHolder 6"/>
          <p:cNvSpPr>
            <a:spLocks noGrp="1"/>
          </p:cNvSpPr>
          <p:nvPr>
            <p:ph type="sldNum" idx="143"/>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3399CD82-999D-4926-9807-E6BCC53F617E}"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390" name="PlaceHolder 7"/>
          <p:cNvSpPr>
            <a:spLocks noGrp="1"/>
          </p:cNvSpPr>
          <p:nvPr>
            <p:ph type="dt" idx="144"/>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3" r:id="rId2"/>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396"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97"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98"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399" name="PlaceHolder 5"/>
          <p:cNvSpPr>
            <a:spLocks noGrp="1"/>
          </p:cNvSpPr>
          <p:nvPr>
            <p:ph type="ftr" idx="145"/>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00" name="PlaceHolder 6"/>
          <p:cNvSpPr>
            <a:spLocks noGrp="1"/>
          </p:cNvSpPr>
          <p:nvPr>
            <p:ph type="sldNum" idx="146"/>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F42A76B4-BC10-4D97-B043-99FB37DD08D2}"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01" name="PlaceHolder 7"/>
          <p:cNvSpPr>
            <a:spLocks noGrp="1"/>
          </p:cNvSpPr>
          <p:nvPr>
            <p:ph type="dt" idx="147"/>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5" r:id="rId2"/>
  </p:sldLayoutIdLst>
</p:sldMaster>
</file>

<file path=ppt/slideMasters/slideMaster5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407"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08"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09" name="PlaceHolder 4"/>
          <p:cNvSpPr>
            <a:spLocks noGrp="1"/>
          </p:cNvSpPr>
          <p:nvPr>
            <p:ph type="ftr" idx="148"/>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10" name="PlaceHolder 5"/>
          <p:cNvSpPr>
            <a:spLocks noGrp="1"/>
          </p:cNvSpPr>
          <p:nvPr>
            <p:ph type="sldNum" idx="149"/>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BC0D0A2E-3FF3-4C45-8563-E75AFC698C88}"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11" name="PlaceHolder 6"/>
          <p:cNvSpPr>
            <a:spLocks noGrp="1"/>
          </p:cNvSpPr>
          <p:nvPr>
            <p:ph type="dt" idx="150"/>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7" r:id="rId2"/>
  </p:sldLayoutIdLst>
</p:sldMaster>
</file>

<file path=ppt/slideMasters/slideMaster5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416"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17"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18"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19"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20" name="PlaceHolder 6"/>
          <p:cNvSpPr>
            <a:spLocks noGrp="1"/>
          </p:cNvSpPr>
          <p:nvPr>
            <p:ph type="ftr" idx="151"/>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21" name="PlaceHolder 7"/>
          <p:cNvSpPr>
            <a:spLocks noGrp="1"/>
          </p:cNvSpPr>
          <p:nvPr>
            <p:ph type="sldNum" idx="152"/>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7A059C3E-C595-4D11-A6BB-3DB5A05519A1}"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22" name="PlaceHolder 8"/>
          <p:cNvSpPr>
            <a:spLocks noGrp="1"/>
          </p:cNvSpPr>
          <p:nvPr>
            <p:ph type="dt" idx="153"/>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9" r:id="rId2"/>
  </p:sldLayoutIdLst>
</p:sldMaster>
</file>

<file path=ppt/slideMasters/slideMaster5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429" name="PlaceHolder 2"/>
          <p:cNvSpPr>
            <a:spLocks noGrp="1"/>
          </p:cNvSpPr>
          <p:nvPr>
            <p:ph type="body"/>
          </p:nvPr>
        </p:nvSpPr>
        <p:spPr>
          <a:xfrm>
            <a:off x="45720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30" name="PlaceHolder 3"/>
          <p:cNvSpPr>
            <a:spLocks noGrp="1"/>
          </p:cNvSpPr>
          <p:nvPr>
            <p:ph type="body"/>
          </p:nvPr>
        </p:nvSpPr>
        <p:spPr>
          <a:xfrm>
            <a:off x="323964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31" name="PlaceHolder 4"/>
          <p:cNvSpPr>
            <a:spLocks noGrp="1"/>
          </p:cNvSpPr>
          <p:nvPr>
            <p:ph type="body"/>
          </p:nvPr>
        </p:nvSpPr>
        <p:spPr>
          <a:xfrm>
            <a:off x="602208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32" name="PlaceHolder 5"/>
          <p:cNvSpPr>
            <a:spLocks noGrp="1"/>
          </p:cNvSpPr>
          <p:nvPr>
            <p:ph type="body"/>
          </p:nvPr>
        </p:nvSpPr>
        <p:spPr>
          <a:xfrm>
            <a:off x="45720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33" name="PlaceHolder 6"/>
          <p:cNvSpPr>
            <a:spLocks noGrp="1"/>
          </p:cNvSpPr>
          <p:nvPr>
            <p:ph type="body"/>
          </p:nvPr>
        </p:nvSpPr>
        <p:spPr>
          <a:xfrm>
            <a:off x="323964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34" name="PlaceHolder 7"/>
          <p:cNvSpPr>
            <a:spLocks noGrp="1"/>
          </p:cNvSpPr>
          <p:nvPr>
            <p:ph type="body"/>
          </p:nvPr>
        </p:nvSpPr>
        <p:spPr>
          <a:xfrm>
            <a:off x="602208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35" name="PlaceHolder 8"/>
          <p:cNvSpPr>
            <a:spLocks noGrp="1"/>
          </p:cNvSpPr>
          <p:nvPr>
            <p:ph type="ftr" idx="154"/>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36" name="PlaceHolder 9"/>
          <p:cNvSpPr>
            <a:spLocks noGrp="1"/>
          </p:cNvSpPr>
          <p:nvPr>
            <p:ph type="sldNum" idx="155"/>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D6ADAC5C-93F2-4A57-B9ED-0A5D036FA4D1}"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37" name="PlaceHolder 10"/>
          <p:cNvSpPr>
            <a:spLocks noGrp="1"/>
          </p:cNvSpPr>
          <p:nvPr>
            <p:ph type="dt" idx="156"/>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51" r:id="rId2"/>
  </p:sldLayoutIdLst>
</p:sldMaster>
</file>

<file path=ppt/slideMasters/slideMaster5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8" name="PlaceHolder 1"/>
          <p:cNvSpPr>
            <a:spLocks noGrp="1"/>
          </p:cNvSpPr>
          <p:nvPr>
            <p:ph type="ftr" idx="157"/>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39" name="PlaceHolder 2"/>
          <p:cNvSpPr>
            <a:spLocks noGrp="1"/>
          </p:cNvSpPr>
          <p:nvPr>
            <p:ph type="sldNum" idx="158"/>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5540F53B-9055-46F3-8E73-00E666901688}"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40" name="PlaceHolder 3"/>
          <p:cNvSpPr>
            <a:spLocks noGrp="1"/>
          </p:cNvSpPr>
          <p:nvPr>
            <p:ph type="dt" idx="159"/>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
        <p:nvSpPr>
          <p:cNvPr id="441"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s-MX" sz="4400" spc="-1" strike="noStrike">
                <a:solidFill>
                  <a:srgbClr val="000000"/>
                </a:solidFill>
                <a:latin typeface="Arial"/>
              </a:rPr>
              <a:t>Pulse para editar el formato del texto de título</a:t>
            </a:r>
            <a:endParaRPr b="0" lang="es-MX" sz="4400" spc="-1" strike="noStrike">
              <a:solidFill>
                <a:srgbClr val="000000"/>
              </a:solidFill>
              <a:latin typeface="Arial"/>
            </a:endParaRPr>
          </a:p>
        </p:txBody>
      </p:sp>
      <p:sp>
        <p:nvSpPr>
          <p:cNvPr id="442"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MX" sz="3200" spc="-1" strike="noStrike">
                <a:solidFill>
                  <a:srgbClr val="000000"/>
                </a:solidFill>
                <a:latin typeface="Arial"/>
              </a:rPr>
              <a:t>Pulse para editar el formato de texto del esquema</a:t>
            </a:r>
            <a:endParaRPr b="0" lang="es-MX"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2800" spc="-1" strike="noStrike">
                <a:solidFill>
                  <a:srgbClr val="000000"/>
                </a:solidFill>
                <a:latin typeface="Arial"/>
              </a:rPr>
              <a:t>Segundo nivel del esquema</a:t>
            </a:r>
            <a:endParaRPr b="0" lang="es-MX"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2400" spc="-1" strike="noStrike">
                <a:solidFill>
                  <a:srgbClr val="000000"/>
                </a:solidFill>
                <a:latin typeface="Arial"/>
              </a:rPr>
              <a:t>Tercer nivel del esquema</a:t>
            </a:r>
            <a:endParaRPr b="0" lang="es-MX"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2000" spc="-1" strike="noStrike">
                <a:solidFill>
                  <a:srgbClr val="000000"/>
                </a:solidFill>
                <a:latin typeface="Arial"/>
              </a:rPr>
              <a:t>Cuarto nivel del esquema</a:t>
            </a:r>
            <a:endParaRPr b="0" lang="es-MX"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2000" spc="-1" strike="noStrike">
                <a:solidFill>
                  <a:srgbClr val="000000"/>
                </a:solidFill>
                <a:latin typeface="Arial"/>
              </a:rPr>
              <a:t>Quinto nivel del esquema</a:t>
            </a:r>
            <a:endParaRPr b="0" lang="es-MX"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2000" spc="-1" strike="noStrike">
                <a:solidFill>
                  <a:srgbClr val="000000"/>
                </a:solidFill>
                <a:latin typeface="Arial"/>
              </a:rPr>
              <a:t>Sexto nivel del esquema</a:t>
            </a:r>
            <a:endParaRPr b="0" lang="es-MX"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2000" spc="-1" strike="noStrike">
                <a:solidFill>
                  <a:srgbClr val="000000"/>
                </a:solidFill>
                <a:latin typeface="Arial"/>
              </a:rPr>
              <a:t>Séptimo nivel del esquema</a:t>
            </a:r>
            <a:endParaRPr b="0" lang="es-MX"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3" r:id="rId2"/>
  </p:sldLayoutIdLst>
</p:sldMaster>
</file>

<file path=ppt/slideMasters/slideMaster5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3"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444" name="PlaceHolder 2"/>
          <p:cNvSpPr>
            <a:spLocks noGrp="1"/>
          </p:cNvSpPr>
          <p:nvPr>
            <p:ph type="ftr" idx="160"/>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45" name="PlaceHolder 3"/>
          <p:cNvSpPr>
            <a:spLocks noGrp="1"/>
          </p:cNvSpPr>
          <p:nvPr>
            <p:ph type="sldNum" idx="161"/>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0D3BA30B-ADEC-4FBA-B1A8-561A590FB3CA}"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46" name="PlaceHolder 4"/>
          <p:cNvSpPr>
            <a:spLocks noGrp="1"/>
          </p:cNvSpPr>
          <p:nvPr>
            <p:ph type="dt" idx="162"/>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55" r:id="rId2"/>
  </p:sldLayoutIdLst>
</p:sldMaster>
</file>

<file path=ppt/slideMasters/slideMaster5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9"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450"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51" name="PlaceHolder 3"/>
          <p:cNvSpPr>
            <a:spLocks noGrp="1"/>
          </p:cNvSpPr>
          <p:nvPr>
            <p:ph type="ftr" idx="163"/>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52" name="PlaceHolder 4"/>
          <p:cNvSpPr>
            <a:spLocks noGrp="1"/>
          </p:cNvSpPr>
          <p:nvPr>
            <p:ph type="sldNum" idx="164"/>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B4B4632F-6769-4203-91A6-527967A33886}"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53" name="PlaceHolder 5"/>
          <p:cNvSpPr>
            <a:spLocks noGrp="1"/>
          </p:cNvSpPr>
          <p:nvPr>
            <p:ph type="dt" idx="165"/>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57" r:id="rId2"/>
  </p:sldLayoutIdLst>
</p:sldMaster>
</file>

<file path=ppt/slideMasters/slideMaster5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457"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58"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59" name="PlaceHolder 4"/>
          <p:cNvSpPr>
            <a:spLocks noGrp="1"/>
          </p:cNvSpPr>
          <p:nvPr>
            <p:ph type="ftr" idx="166"/>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60" name="PlaceHolder 5"/>
          <p:cNvSpPr>
            <a:spLocks noGrp="1"/>
          </p:cNvSpPr>
          <p:nvPr>
            <p:ph type="sldNum" idx="167"/>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C2533F5C-019E-429F-8A4E-C6FB52645B51}"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61" name="PlaceHolder 6"/>
          <p:cNvSpPr>
            <a:spLocks noGrp="1"/>
          </p:cNvSpPr>
          <p:nvPr>
            <p:ph type="dt" idx="168"/>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59" r:id="rId2"/>
  </p:sldLayoutIdLst>
</p:sldMaster>
</file>

<file path=ppt/slideMasters/slideMaster5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466" name="PlaceHolder 2"/>
          <p:cNvSpPr>
            <a:spLocks noGrp="1"/>
          </p:cNvSpPr>
          <p:nvPr>
            <p:ph type="ftr" idx="169"/>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67" name="PlaceHolder 3"/>
          <p:cNvSpPr>
            <a:spLocks noGrp="1"/>
          </p:cNvSpPr>
          <p:nvPr>
            <p:ph type="sldNum" idx="170"/>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A76F4C43-F672-4042-AC78-CD6475F27FC4}"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68" name="PlaceHolder 4"/>
          <p:cNvSpPr>
            <a:spLocks noGrp="1"/>
          </p:cNvSpPr>
          <p:nvPr>
            <p:ph type="dt" idx="171"/>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61" r:id="rId2"/>
  </p:sldLayoutIdLst>
</p:sldMaster>
</file>

<file path=ppt/slideMasters/slideMaster5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0" name="PlaceHolder 1"/>
          <p:cNvSpPr>
            <a:spLocks noGrp="1"/>
          </p:cNvSpPr>
          <p:nvPr>
            <p:ph type="ftr" idx="172"/>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71" name="PlaceHolder 2"/>
          <p:cNvSpPr>
            <a:spLocks noGrp="1"/>
          </p:cNvSpPr>
          <p:nvPr>
            <p:ph type="sldNum" idx="173"/>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2FD70373-1561-4883-9294-403A53FB803D}"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72" name="PlaceHolder 3"/>
          <p:cNvSpPr>
            <a:spLocks noGrp="1"/>
          </p:cNvSpPr>
          <p:nvPr>
            <p:ph type="dt" idx="174"/>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63" r:id="rId2"/>
  </p:sldLayoutIdLst>
</p:sldMaster>
</file>

<file path=ppt/slideMasters/slideMaster5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3"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474"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75"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76"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77" name="PlaceHolder 5"/>
          <p:cNvSpPr>
            <a:spLocks noGrp="1"/>
          </p:cNvSpPr>
          <p:nvPr>
            <p:ph type="ftr" idx="175"/>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78" name="PlaceHolder 6"/>
          <p:cNvSpPr>
            <a:spLocks noGrp="1"/>
          </p:cNvSpPr>
          <p:nvPr>
            <p:ph type="sldNum" idx="176"/>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317C956C-E930-410B-A38B-B8E1B6F313F5}"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79" name="PlaceHolder 7"/>
          <p:cNvSpPr>
            <a:spLocks noGrp="1"/>
          </p:cNvSpPr>
          <p:nvPr>
            <p:ph type="dt" idx="177"/>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65" r:id="rId2"/>
  </p:sldLayoutIdLst>
</p:sldMaster>
</file>

<file path=ppt/slideMasters/slideMaster6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485"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8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87"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88" name="PlaceHolder 5"/>
          <p:cNvSpPr>
            <a:spLocks noGrp="1"/>
          </p:cNvSpPr>
          <p:nvPr>
            <p:ph type="ftr" idx="178"/>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489" name="PlaceHolder 6"/>
          <p:cNvSpPr>
            <a:spLocks noGrp="1"/>
          </p:cNvSpPr>
          <p:nvPr>
            <p:ph type="sldNum" idx="179"/>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DEDB551B-1DCD-45B9-BA22-D6B404E0B619}"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490" name="PlaceHolder 7"/>
          <p:cNvSpPr>
            <a:spLocks noGrp="1"/>
          </p:cNvSpPr>
          <p:nvPr>
            <p:ph type="dt" idx="180"/>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67" r:id="rId2"/>
  </p:sldLayoutIdLst>
</p:sldMaster>
</file>

<file path=ppt/slideMasters/slideMaster6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496"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97"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98"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499" name="PlaceHolder 5"/>
          <p:cNvSpPr>
            <a:spLocks noGrp="1"/>
          </p:cNvSpPr>
          <p:nvPr>
            <p:ph type="ftr" idx="181"/>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500" name="PlaceHolder 6"/>
          <p:cNvSpPr>
            <a:spLocks noGrp="1"/>
          </p:cNvSpPr>
          <p:nvPr>
            <p:ph type="sldNum" idx="182"/>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BCC8B978-B1A5-4142-93FC-248A378327DA}"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501" name="PlaceHolder 7"/>
          <p:cNvSpPr>
            <a:spLocks noGrp="1"/>
          </p:cNvSpPr>
          <p:nvPr>
            <p:ph type="dt" idx="183"/>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69" r:id="rId2"/>
  </p:sldLayoutIdLst>
</p:sldMaster>
</file>

<file path=ppt/slideMasters/slideMaster6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507"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08"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09" name="PlaceHolder 4"/>
          <p:cNvSpPr>
            <a:spLocks noGrp="1"/>
          </p:cNvSpPr>
          <p:nvPr>
            <p:ph type="ftr" idx="184"/>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510" name="PlaceHolder 5"/>
          <p:cNvSpPr>
            <a:spLocks noGrp="1"/>
          </p:cNvSpPr>
          <p:nvPr>
            <p:ph type="sldNum" idx="185"/>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E402EE16-72B3-457A-969D-D337AC41B242}"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511" name="PlaceHolder 6"/>
          <p:cNvSpPr>
            <a:spLocks noGrp="1"/>
          </p:cNvSpPr>
          <p:nvPr>
            <p:ph type="dt" idx="186"/>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71" r:id="rId2"/>
  </p:sldLayoutIdLst>
</p:sldMaster>
</file>

<file path=ppt/slideMasters/slideMaster6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516"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17"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18"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19"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20" name="PlaceHolder 6"/>
          <p:cNvSpPr>
            <a:spLocks noGrp="1"/>
          </p:cNvSpPr>
          <p:nvPr>
            <p:ph type="ftr" idx="187"/>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521" name="PlaceHolder 7"/>
          <p:cNvSpPr>
            <a:spLocks noGrp="1"/>
          </p:cNvSpPr>
          <p:nvPr>
            <p:ph type="sldNum" idx="188"/>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79AF798D-4677-4D24-8079-48A41A600D32}"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522" name="PlaceHolder 8"/>
          <p:cNvSpPr>
            <a:spLocks noGrp="1"/>
          </p:cNvSpPr>
          <p:nvPr>
            <p:ph type="dt" idx="189"/>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73" r:id="rId2"/>
  </p:sldLayoutIdLst>
</p:sldMaster>
</file>

<file path=ppt/slideMasters/slideMaster6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529" name="PlaceHolder 2"/>
          <p:cNvSpPr>
            <a:spLocks noGrp="1"/>
          </p:cNvSpPr>
          <p:nvPr>
            <p:ph type="body"/>
          </p:nvPr>
        </p:nvSpPr>
        <p:spPr>
          <a:xfrm>
            <a:off x="45720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30" name="PlaceHolder 3"/>
          <p:cNvSpPr>
            <a:spLocks noGrp="1"/>
          </p:cNvSpPr>
          <p:nvPr>
            <p:ph type="body"/>
          </p:nvPr>
        </p:nvSpPr>
        <p:spPr>
          <a:xfrm>
            <a:off x="323964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31" name="PlaceHolder 4"/>
          <p:cNvSpPr>
            <a:spLocks noGrp="1"/>
          </p:cNvSpPr>
          <p:nvPr>
            <p:ph type="body"/>
          </p:nvPr>
        </p:nvSpPr>
        <p:spPr>
          <a:xfrm>
            <a:off x="602208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32" name="PlaceHolder 5"/>
          <p:cNvSpPr>
            <a:spLocks noGrp="1"/>
          </p:cNvSpPr>
          <p:nvPr>
            <p:ph type="body"/>
          </p:nvPr>
        </p:nvSpPr>
        <p:spPr>
          <a:xfrm>
            <a:off x="45720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33" name="PlaceHolder 6"/>
          <p:cNvSpPr>
            <a:spLocks noGrp="1"/>
          </p:cNvSpPr>
          <p:nvPr>
            <p:ph type="body"/>
          </p:nvPr>
        </p:nvSpPr>
        <p:spPr>
          <a:xfrm>
            <a:off x="323964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34" name="PlaceHolder 7"/>
          <p:cNvSpPr>
            <a:spLocks noGrp="1"/>
          </p:cNvSpPr>
          <p:nvPr>
            <p:ph type="body"/>
          </p:nvPr>
        </p:nvSpPr>
        <p:spPr>
          <a:xfrm>
            <a:off x="602208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35" name="PlaceHolder 8"/>
          <p:cNvSpPr>
            <a:spLocks noGrp="1"/>
          </p:cNvSpPr>
          <p:nvPr>
            <p:ph type="ftr" idx="190"/>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536" name="PlaceHolder 9"/>
          <p:cNvSpPr>
            <a:spLocks noGrp="1"/>
          </p:cNvSpPr>
          <p:nvPr>
            <p:ph type="sldNum" idx="191"/>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0461F1C2-8BDB-4C88-88A5-77CBD4CA9CD5}"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537" name="PlaceHolder 10"/>
          <p:cNvSpPr>
            <a:spLocks noGrp="1"/>
          </p:cNvSpPr>
          <p:nvPr>
            <p:ph type="dt" idx="192"/>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75" r:id="rId2"/>
  </p:sldLayoutIdLst>
</p:sldMaster>
</file>

<file path=ppt/slideMasters/slideMaster6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8" name="PlaceHolder 1"/>
          <p:cNvSpPr>
            <a:spLocks noGrp="1"/>
          </p:cNvSpPr>
          <p:nvPr>
            <p:ph type="ftr" idx="193"/>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539" name="PlaceHolder 2"/>
          <p:cNvSpPr>
            <a:spLocks noGrp="1"/>
          </p:cNvSpPr>
          <p:nvPr>
            <p:ph type="sldNum" idx="194"/>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3E498C68-B703-4287-8E3B-B1660BEAE6DF}"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540" name="PlaceHolder 3"/>
          <p:cNvSpPr>
            <a:spLocks noGrp="1"/>
          </p:cNvSpPr>
          <p:nvPr>
            <p:ph type="dt" idx="195"/>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
        <p:nvSpPr>
          <p:cNvPr id="541"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s-MX" sz="4400" spc="-1" strike="noStrike">
                <a:solidFill>
                  <a:srgbClr val="000000"/>
                </a:solidFill>
                <a:latin typeface="Arial"/>
              </a:rPr>
              <a:t>Pulse para editar el formato del texto de título</a:t>
            </a:r>
            <a:endParaRPr b="0" lang="es-MX" sz="4400" spc="-1" strike="noStrike">
              <a:solidFill>
                <a:srgbClr val="000000"/>
              </a:solidFill>
              <a:latin typeface="Arial"/>
            </a:endParaRPr>
          </a:p>
        </p:txBody>
      </p:sp>
      <p:sp>
        <p:nvSpPr>
          <p:cNvPr id="542"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MX" sz="3200" spc="-1" strike="noStrike">
                <a:solidFill>
                  <a:srgbClr val="000000"/>
                </a:solidFill>
                <a:latin typeface="Arial"/>
              </a:rPr>
              <a:t>Pulse para editar el formato de texto del esquema</a:t>
            </a:r>
            <a:endParaRPr b="0" lang="es-MX"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2800" spc="-1" strike="noStrike">
                <a:solidFill>
                  <a:srgbClr val="000000"/>
                </a:solidFill>
                <a:latin typeface="Arial"/>
              </a:rPr>
              <a:t>Segundo nivel del esquema</a:t>
            </a:r>
            <a:endParaRPr b="0" lang="es-MX"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2400" spc="-1" strike="noStrike">
                <a:solidFill>
                  <a:srgbClr val="000000"/>
                </a:solidFill>
                <a:latin typeface="Arial"/>
              </a:rPr>
              <a:t>Tercer nivel del esquema</a:t>
            </a:r>
            <a:endParaRPr b="0" lang="es-MX"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2000" spc="-1" strike="noStrike">
                <a:solidFill>
                  <a:srgbClr val="000000"/>
                </a:solidFill>
                <a:latin typeface="Arial"/>
              </a:rPr>
              <a:t>Cuarto nivel del esquema</a:t>
            </a:r>
            <a:endParaRPr b="0" lang="es-MX"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2000" spc="-1" strike="noStrike">
                <a:solidFill>
                  <a:srgbClr val="000000"/>
                </a:solidFill>
                <a:latin typeface="Arial"/>
              </a:rPr>
              <a:t>Quinto nivel del esquema</a:t>
            </a:r>
            <a:endParaRPr b="0" lang="es-MX"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2000" spc="-1" strike="noStrike">
                <a:solidFill>
                  <a:srgbClr val="000000"/>
                </a:solidFill>
                <a:latin typeface="Arial"/>
              </a:rPr>
              <a:t>Sexto nivel del esquema</a:t>
            </a:r>
            <a:endParaRPr b="0" lang="es-MX"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2000" spc="-1" strike="noStrike">
                <a:solidFill>
                  <a:srgbClr val="000000"/>
                </a:solidFill>
                <a:latin typeface="Arial"/>
              </a:rPr>
              <a:t>Séptimo nivel del esquema</a:t>
            </a:r>
            <a:endParaRPr b="0" lang="es-MX"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7" r:id="rId2"/>
  </p:sldLayoutIdLst>
</p:sldMaster>
</file>

<file path=ppt/slideMasters/slideMaster6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3"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544" name="PlaceHolder 2"/>
          <p:cNvSpPr>
            <a:spLocks noGrp="1"/>
          </p:cNvSpPr>
          <p:nvPr>
            <p:ph type="ftr" idx="196"/>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545" name="PlaceHolder 3"/>
          <p:cNvSpPr>
            <a:spLocks noGrp="1"/>
          </p:cNvSpPr>
          <p:nvPr>
            <p:ph type="sldNum" idx="197"/>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A39D82E1-427D-4FDD-8E73-6CD46C1B439D}"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546" name="PlaceHolder 4"/>
          <p:cNvSpPr>
            <a:spLocks noGrp="1"/>
          </p:cNvSpPr>
          <p:nvPr>
            <p:ph type="dt" idx="198"/>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79" r:id="rId2"/>
  </p:sldLayoutIdLst>
</p:sldMaster>
</file>

<file path=ppt/slideMasters/slideMaster6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9"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550"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51" name="PlaceHolder 3"/>
          <p:cNvSpPr>
            <a:spLocks noGrp="1"/>
          </p:cNvSpPr>
          <p:nvPr>
            <p:ph type="ftr" idx="199"/>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552" name="PlaceHolder 4"/>
          <p:cNvSpPr>
            <a:spLocks noGrp="1"/>
          </p:cNvSpPr>
          <p:nvPr>
            <p:ph type="sldNum" idx="200"/>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3BEF9C46-3EB0-432B-8BB2-45CD7A4753E4}"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553" name="PlaceHolder 5"/>
          <p:cNvSpPr>
            <a:spLocks noGrp="1"/>
          </p:cNvSpPr>
          <p:nvPr>
            <p:ph type="dt" idx="201"/>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81" r:id="rId2"/>
  </p:sldLayoutIdLst>
</p:sldMaster>
</file>

<file path=ppt/slideMasters/slideMaster6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557"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58"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59" name="PlaceHolder 4"/>
          <p:cNvSpPr>
            <a:spLocks noGrp="1"/>
          </p:cNvSpPr>
          <p:nvPr>
            <p:ph type="ftr" idx="202"/>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560" name="PlaceHolder 5"/>
          <p:cNvSpPr>
            <a:spLocks noGrp="1"/>
          </p:cNvSpPr>
          <p:nvPr>
            <p:ph type="sldNum" idx="203"/>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3A9F4DEE-0F67-41BC-8456-2E17A4DFE7D9}"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561" name="PlaceHolder 6"/>
          <p:cNvSpPr>
            <a:spLocks noGrp="1"/>
          </p:cNvSpPr>
          <p:nvPr>
            <p:ph type="dt" idx="204"/>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83" r:id="rId2"/>
  </p:sldLayoutIdLst>
</p:sldMaster>
</file>

<file path=ppt/slideMasters/slideMaster6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566" name="PlaceHolder 2"/>
          <p:cNvSpPr>
            <a:spLocks noGrp="1"/>
          </p:cNvSpPr>
          <p:nvPr>
            <p:ph type="ftr" idx="205"/>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567" name="PlaceHolder 3"/>
          <p:cNvSpPr>
            <a:spLocks noGrp="1"/>
          </p:cNvSpPr>
          <p:nvPr>
            <p:ph type="sldNum" idx="206"/>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4680D03F-EA0A-4F6B-BA9E-2E0F98CD6294}"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568" name="PlaceHolder 4"/>
          <p:cNvSpPr>
            <a:spLocks noGrp="1"/>
          </p:cNvSpPr>
          <p:nvPr>
            <p:ph type="dt" idx="207"/>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85" r:id="rId2"/>
  </p:sldLayoutIdLst>
</p:sldMaster>
</file>

<file path=ppt/slideMasters/slideMaster7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0" name="PlaceHolder 1"/>
          <p:cNvSpPr>
            <a:spLocks noGrp="1"/>
          </p:cNvSpPr>
          <p:nvPr>
            <p:ph type="ftr" idx="208"/>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571" name="PlaceHolder 2"/>
          <p:cNvSpPr>
            <a:spLocks noGrp="1"/>
          </p:cNvSpPr>
          <p:nvPr>
            <p:ph type="sldNum" idx="209"/>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36DCC4A3-ED8C-4081-9EDF-EE5BB642C1D8}"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572" name="PlaceHolder 3"/>
          <p:cNvSpPr>
            <a:spLocks noGrp="1"/>
          </p:cNvSpPr>
          <p:nvPr>
            <p:ph type="dt" idx="210"/>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87" r:id="rId2"/>
  </p:sldLayoutIdLst>
</p:sldMaster>
</file>

<file path=ppt/slideMasters/slideMaster7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3"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574"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75"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76"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77" name="PlaceHolder 5"/>
          <p:cNvSpPr>
            <a:spLocks noGrp="1"/>
          </p:cNvSpPr>
          <p:nvPr>
            <p:ph type="ftr" idx="211"/>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578" name="PlaceHolder 6"/>
          <p:cNvSpPr>
            <a:spLocks noGrp="1"/>
          </p:cNvSpPr>
          <p:nvPr>
            <p:ph type="sldNum" idx="212"/>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CF589F48-5F59-4ACB-A729-6833FCD6C9BE}"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579" name="PlaceHolder 7"/>
          <p:cNvSpPr>
            <a:spLocks noGrp="1"/>
          </p:cNvSpPr>
          <p:nvPr>
            <p:ph type="dt" idx="213"/>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89" r:id="rId2"/>
  </p:sldLayoutIdLst>
</p:sldMaster>
</file>

<file path=ppt/slideMasters/slideMaster7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MX" sz="1800" spc="-1" strike="noStrike">
                <a:solidFill>
                  <a:srgbClr val="000000"/>
                </a:solidFill>
                <a:latin typeface="Arial"/>
              </a:rPr>
              <a:t>Pulse para editar el formato del texto de título</a:t>
            </a:r>
            <a:endParaRPr b="0" lang="es-MX" sz="1800" spc="-1" strike="noStrike">
              <a:solidFill>
                <a:srgbClr val="000000"/>
              </a:solidFill>
              <a:latin typeface="Arial"/>
            </a:endParaRPr>
          </a:p>
        </p:txBody>
      </p:sp>
      <p:sp>
        <p:nvSpPr>
          <p:cNvPr id="585"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8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87"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MX" sz="1800" spc="-1" strike="noStrike">
                <a:solidFill>
                  <a:srgbClr val="000000"/>
                </a:solidFill>
                <a:latin typeface="Arial"/>
              </a:rPr>
              <a:t>Pulse para editar el formato de texto del esquema</a:t>
            </a:r>
            <a:endParaRPr b="0" lang="es-MX"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MX" sz="1800" spc="-1" strike="noStrike">
                <a:solidFill>
                  <a:srgbClr val="000000"/>
                </a:solidFill>
                <a:latin typeface="Arial"/>
              </a:rPr>
              <a:t>Segundo nivel del esquema</a:t>
            </a:r>
            <a:endParaRPr b="0" lang="es-MX"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MX" sz="1800" spc="-1" strike="noStrike">
                <a:solidFill>
                  <a:srgbClr val="000000"/>
                </a:solidFill>
                <a:latin typeface="Arial"/>
              </a:rPr>
              <a:t>Tercer nivel del esquema</a:t>
            </a:r>
            <a:endParaRPr b="0" lang="es-MX"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MX" sz="1800" spc="-1" strike="noStrike">
                <a:solidFill>
                  <a:srgbClr val="000000"/>
                </a:solidFill>
                <a:latin typeface="Arial"/>
              </a:rPr>
              <a:t>Cuarto nivel del esquema</a:t>
            </a:r>
            <a:endParaRPr b="0" lang="es-MX"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MX" sz="1800" spc="-1" strike="noStrike">
                <a:solidFill>
                  <a:srgbClr val="000000"/>
                </a:solidFill>
                <a:latin typeface="Arial"/>
              </a:rPr>
              <a:t>Quinto nivel del esquema</a:t>
            </a:r>
            <a:endParaRPr b="0" lang="es-MX"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MX" sz="1800" spc="-1" strike="noStrike">
                <a:solidFill>
                  <a:srgbClr val="000000"/>
                </a:solidFill>
                <a:latin typeface="Arial"/>
              </a:rPr>
              <a:t>Sexto nivel del esquema</a:t>
            </a:r>
            <a:endParaRPr b="0" lang="es-MX"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MX" sz="1800" spc="-1" strike="noStrike">
                <a:solidFill>
                  <a:srgbClr val="000000"/>
                </a:solidFill>
                <a:latin typeface="Arial"/>
              </a:rPr>
              <a:t>Séptimo nivel del esquema</a:t>
            </a:r>
            <a:endParaRPr b="0" lang="es-MX" sz="1800" spc="-1" strike="noStrike">
              <a:solidFill>
                <a:srgbClr val="000000"/>
              </a:solidFill>
              <a:latin typeface="Arial"/>
            </a:endParaRPr>
          </a:p>
        </p:txBody>
      </p:sp>
      <p:sp>
        <p:nvSpPr>
          <p:cNvPr id="588" name="PlaceHolder 5"/>
          <p:cNvSpPr>
            <a:spLocks noGrp="1"/>
          </p:cNvSpPr>
          <p:nvPr>
            <p:ph type="ftr" idx="214"/>
          </p:nvPr>
        </p:nvSpPr>
        <p:spPr>
          <a:xfrm>
            <a:off x="3124080" y="6416640"/>
            <a:ext cx="2893320" cy="362880"/>
          </a:xfrm>
          <a:prstGeom prst="rect">
            <a:avLst/>
          </a:prstGeom>
          <a:noFill/>
          <a:ln w="0">
            <a:noFill/>
          </a:ln>
        </p:spPr>
        <p:txBody>
          <a:bodyPr lIns="90000" rIns="90000" tIns="45000" bIns="45000" anchor="b">
            <a:noAutofit/>
          </a:bodyPr>
          <a:lstStyle>
            <a:lvl1pPr indent="0" algn="ctr">
              <a:lnSpc>
                <a:spcPct val="100000"/>
              </a:lnSpc>
              <a:buNone/>
              <a:defRPr b="0" lang="es-MX" sz="1400" spc="-1" strike="noStrike">
                <a:solidFill>
                  <a:srgbClr val="000000"/>
                </a:solidFill>
                <a:latin typeface="Times New Roman"/>
              </a:defRPr>
            </a:lvl1pPr>
          </a:lstStyle>
          <a:p>
            <a:pPr indent="0" algn="ctr">
              <a:lnSpc>
                <a:spcPct val="100000"/>
              </a:lnSpc>
              <a:buNone/>
            </a:pPr>
            <a:r>
              <a:rPr b="0" lang="es-MX" sz="1400" spc="-1" strike="noStrike">
                <a:solidFill>
                  <a:srgbClr val="000000"/>
                </a:solidFill>
                <a:latin typeface="Times New Roman"/>
              </a:rPr>
              <a:t>&lt;pie de página&gt;</a:t>
            </a:r>
            <a:endParaRPr b="0" lang="es-MX" sz="1400" spc="-1" strike="noStrike">
              <a:solidFill>
                <a:srgbClr val="000000"/>
              </a:solidFill>
              <a:latin typeface="Times New Roman"/>
            </a:endParaRPr>
          </a:p>
        </p:txBody>
      </p:sp>
      <p:sp>
        <p:nvSpPr>
          <p:cNvPr id="589" name="PlaceHolder 6"/>
          <p:cNvSpPr>
            <a:spLocks noGrp="1"/>
          </p:cNvSpPr>
          <p:nvPr>
            <p:ph type="sldNum" idx="215"/>
          </p:nvPr>
        </p:nvSpPr>
        <p:spPr>
          <a:xfrm>
            <a:off x="7924680" y="6416640"/>
            <a:ext cx="759960" cy="362880"/>
          </a:xfrm>
          <a:prstGeom prst="rect">
            <a:avLst/>
          </a:prstGeom>
          <a:noFill/>
          <a:ln w="0">
            <a:noFill/>
          </a:ln>
        </p:spPr>
        <p:txBody>
          <a:bodyPr lIns="0" rIns="0" tIns="45000" bIns="45000" anchor="b">
            <a:noAutofit/>
          </a:bodyPr>
          <a:lstStyle>
            <a:lvl1pPr indent="0" algn="r">
              <a:lnSpc>
                <a:spcPct val="100000"/>
              </a:lnSpc>
              <a:buNone/>
              <a:defRPr b="0" lang="es-ES" sz="1200" spc="-1" strike="noStrike">
                <a:solidFill>
                  <a:srgbClr val="201e00"/>
                </a:solidFill>
                <a:latin typeface="Book Antiqua"/>
              </a:defRPr>
            </a:lvl1pPr>
          </a:lstStyle>
          <a:p>
            <a:pPr indent="0" algn="r">
              <a:lnSpc>
                <a:spcPct val="100000"/>
              </a:lnSpc>
              <a:buNone/>
            </a:pPr>
            <a:fld id="{FB1E3A8D-A2D2-4166-AD73-DB190C32213C}" type="slidenum">
              <a:rPr b="0" lang="es-ES" sz="1200" spc="-1" strike="noStrike">
                <a:solidFill>
                  <a:srgbClr val="201e00"/>
                </a:solidFill>
                <a:latin typeface="Book Antiqua"/>
              </a:rPr>
              <a:t>&lt;número&gt;</a:t>
            </a:fld>
            <a:endParaRPr b="0" lang="es-MX" sz="1200" spc="-1" strike="noStrike">
              <a:solidFill>
                <a:srgbClr val="000000"/>
              </a:solidFill>
              <a:latin typeface="Times New Roman"/>
            </a:endParaRPr>
          </a:p>
        </p:txBody>
      </p:sp>
      <p:sp>
        <p:nvSpPr>
          <p:cNvPr id="590" name="PlaceHolder 7"/>
          <p:cNvSpPr>
            <a:spLocks noGrp="1"/>
          </p:cNvSpPr>
          <p:nvPr>
            <p:ph type="dt" idx="216"/>
          </p:nvPr>
        </p:nvSpPr>
        <p:spPr>
          <a:xfrm>
            <a:off x="457200" y="6416640"/>
            <a:ext cx="2131560" cy="362880"/>
          </a:xfrm>
          <a:prstGeom prst="rect">
            <a:avLst/>
          </a:prstGeom>
          <a:noFill/>
          <a:ln w="0">
            <a:noFill/>
          </a:ln>
        </p:spPr>
        <p:txBody>
          <a:bodyPr lIns="90000" rIns="90000" tIns="45000" bIns="45000" anchor="b">
            <a:noAutofit/>
          </a:bodyPr>
          <a:lstStyle>
            <a:lvl1pPr indent="0">
              <a:buNone/>
              <a:defRPr b="0" lang="es-MX" sz="1400" spc="-1" strike="noStrike">
                <a:solidFill>
                  <a:srgbClr val="000000"/>
                </a:solidFill>
                <a:latin typeface="Times New Roman"/>
              </a:defRPr>
            </a:lvl1pPr>
          </a:lstStyle>
          <a:p>
            <a:pPr indent="0">
              <a:buNone/>
            </a:pPr>
            <a:r>
              <a:rPr b="0" lang="es-MX" sz="1400" spc="-1" strike="noStrike">
                <a:solidFill>
                  <a:srgbClr val="000000"/>
                </a:solidFill>
                <a:latin typeface="Times New Roman"/>
              </a:rPr>
              <a:t>&lt;fecha/hora&gt;</a:t>
            </a:r>
            <a:endParaRPr b="0" lang="es-MX"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9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png"/><Relationship Id="rId5" Type="http://schemas.microsoft.com/office/2007/relationships/hdphoto" Target="../media/hdphoto1.wdp"/><Relationship Id="rId6" Type="http://schemas.openxmlformats.org/officeDocument/2006/relationships/image" Target="../media/image1.wmf"/><Relationship Id="rId7" Type="http://schemas.openxmlformats.org/officeDocument/2006/relationships/image" Target="../media/image5.png"/><Relationship Id="rId8" Type="http://schemas.openxmlformats.org/officeDocument/2006/relationships/image" Target="../media/image5.png"/><Relationship Id="rId9"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image" Target="../media/image6.wmf"/><Relationship Id="rId2" Type="http://schemas.openxmlformats.org/officeDocument/2006/relationships/slideLayout" Target="../slideLayouts/slideLayout20.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slideLayout" Target="../slideLayouts/slideLayout29.xml"/>
</Relationships>
</file>

<file path=ppt/slides/_rels/slide8.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slideLayout" Target="../slideLayouts/slideLayout29.xml"/>
</Relationships>
</file>

<file path=ppt/slides/_rels/slide9.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slideLayout" Target="../slideLayouts/slideLayout29.xml"/>
</Relationships>
</file>

<file path=ppt/slides/_rels/slide10.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slideLayout" Target="../slideLayouts/slideLayout2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jpeg"/><Relationship Id="rId3" Type="http://schemas.openxmlformats.org/officeDocument/2006/relationships/image" Target="../media/image12.jpeg"/><Relationship Id="rId4" Type="http://schemas.openxmlformats.org/officeDocument/2006/relationships/slideLayout" Target="../slideLayouts/slideLayout29.xml"/>
</Relationships>
</file>

<file path=ppt/slides/_rels/slide13.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jpeg"/><Relationship Id="rId3" Type="http://schemas.openxmlformats.org/officeDocument/2006/relationships/image" Target="../media/image12.jpeg"/><Relationship Id="rId4" Type="http://schemas.openxmlformats.org/officeDocument/2006/relationships/slideLayout" Target="../slideLayouts/slideLayout29.xml"/>
</Relationships>
</file>

<file path=ppt/slides/_rels/slide1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45.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53.xml"/>
</Relationships>
</file>

<file path=ppt/slides/_rels/slide1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image" Target="../media/image17.wmf"/><Relationship Id="rId2" Type="http://schemas.openxmlformats.org/officeDocument/2006/relationships/slideLayout" Target="../slideLayouts/slideLayout53.xml"/>
</Relationships>
</file>

<file path=ppt/slides/_rels/slide18.xml.rels><?xml version="1.0" encoding="UTF-8"?>
<Relationships xmlns="http://schemas.openxmlformats.org/package/2006/relationships"><Relationship Id="rId1" Type="http://schemas.openxmlformats.org/officeDocument/2006/relationships/image" Target="../media/image18.wmf"/><Relationship Id="rId2" Type="http://schemas.openxmlformats.org/officeDocument/2006/relationships/slideLayout" Target="../slideLayouts/slideLayout53.xml"/>
</Relationships>
</file>

<file path=ppt/slides/_rels/slide19.xml.rels><?xml version="1.0" encoding="UTF-8"?>
<Relationships xmlns="http://schemas.openxmlformats.org/package/2006/relationships"><Relationship Id="rId1" Type="http://schemas.openxmlformats.org/officeDocument/2006/relationships/image" Target="../media/image19.wmf"/><Relationship Id="rId2" Type="http://schemas.openxmlformats.org/officeDocument/2006/relationships/slideLayout" Target="../slideLayouts/slideLayout53.xml"/>
</Relationships>
</file>

<file path=ppt/slides/_rels/slide20.xml.rels><?xml version="1.0" encoding="UTF-8"?>
<Relationships xmlns="http://schemas.openxmlformats.org/package/2006/relationships"><Relationship Id="rId1" Type="http://schemas.openxmlformats.org/officeDocument/2006/relationships/image" Target="../media/image20.wmf"/><Relationship Id="rId2"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3.xml"/>
</Relationships>
</file>

<file path=ppt/slides/_rels/slide22.xml.rels><?xml version="1.0" encoding="UTF-8"?>
<Relationships xmlns="http://schemas.openxmlformats.org/package/2006/relationships"><Relationship Id="rId1" Type="http://schemas.openxmlformats.org/officeDocument/2006/relationships/image" Target="../media/image22.wmf"/><Relationship Id="rId2" Type="http://schemas.openxmlformats.org/officeDocument/2006/relationships/slideLayout" Target="../slideLayouts/slideLayout53.xml"/>
</Relationships>
</file>

<file path=ppt/slides/_rels/slide23.xml.rels><?xml version="1.0" encoding="UTF-8"?>
<Relationships xmlns="http://schemas.openxmlformats.org/package/2006/relationships"><Relationship Id="rId1" Type="http://schemas.openxmlformats.org/officeDocument/2006/relationships/image" Target="../media/image23.wmf"/><Relationship Id="rId2" Type="http://schemas.openxmlformats.org/officeDocument/2006/relationships/slideLayout" Target="../slideLayouts/slideLayout3.xml"/>
</Relationships>
</file>

<file path=ppt/slides/_rels/slide24.xml.rels><?xml version="1.0" encoding="UTF-8"?>
<Relationships xmlns="http://schemas.openxmlformats.org/package/2006/relationships"><Relationship Id="rId1" Type="http://schemas.openxmlformats.org/officeDocument/2006/relationships/image" Target="../media/image24.wmf"/><Relationship Id="rId2" Type="http://schemas.openxmlformats.org/officeDocument/2006/relationships/slideLayout" Target="../slideLayouts/slideLayout53.xml"/>
</Relationships>
</file>

<file path=ppt/slides/_rels/slide25.xml.rels><?xml version="1.0" encoding="UTF-8"?>
<Relationships xmlns="http://schemas.openxmlformats.org/package/2006/relationships"><Relationship Id="rId1" Type="http://schemas.openxmlformats.org/officeDocument/2006/relationships/image" Target="../media/image25.wmf"/><Relationship Id="rId2" Type="http://schemas.openxmlformats.org/officeDocument/2006/relationships/slideLayout" Target="../slideLayouts/slideLayout3.xml"/>
</Relationships>
</file>

<file path=ppt/slides/_rels/slide26.xml.rels><?xml version="1.0" encoding="UTF-8"?>
<Relationships xmlns="http://schemas.openxmlformats.org/package/2006/relationships"><Relationship Id="rId1" Type="http://schemas.openxmlformats.org/officeDocument/2006/relationships/image" Target="../media/image26.wmf"/><Relationship Id="rId2" Type="http://schemas.openxmlformats.org/officeDocument/2006/relationships/slideLayout" Target="../slideLayouts/slideLayout53.xml"/>
</Relationships>
</file>

<file path=ppt/slides/_rels/slide27.xml.rels><?xml version="1.0" encoding="UTF-8"?>
<Relationships xmlns="http://schemas.openxmlformats.org/package/2006/relationships"><Relationship Id="rId1" Type="http://schemas.openxmlformats.org/officeDocument/2006/relationships/image" Target="../media/image27.wmf"/><Relationship Id="rId2" Type="http://schemas.openxmlformats.org/officeDocument/2006/relationships/slideLayout" Target="../slideLayouts/slideLayout3.xml"/>
</Relationships>
</file>

<file path=ppt/slides/_rels/slide28.xml.rels><?xml version="1.0" encoding="UTF-8"?>
<Relationships xmlns="http://schemas.openxmlformats.org/package/2006/relationships"><Relationship Id="rId1" Type="http://schemas.openxmlformats.org/officeDocument/2006/relationships/image" Target="../media/image28.wmf"/><Relationship Id="rId2" Type="http://schemas.openxmlformats.org/officeDocument/2006/relationships/slideLayout" Target="../slideLayouts/slideLayout53.xml"/>
</Relationships>
</file>

<file path=ppt/slides/_rels/slide29.xml.rels><?xml version="1.0" encoding="UTF-8"?>
<Relationships xmlns="http://schemas.openxmlformats.org/package/2006/relationships"><Relationship Id="rId1" Type="http://schemas.openxmlformats.org/officeDocument/2006/relationships/image" Target="../media/image29.wmf"/><Relationship Id="rId2" Type="http://schemas.openxmlformats.org/officeDocument/2006/relationships/slideLayout" Target="../slideLayouts/slideLayout53.xml"/>
</Relationships>
</file>

<file path=ppt/slides/_rels/slide30.xml.rels><?xml version="1.0" encoding="UTF-8"?>
<Relationships xmlns="http://schemas.openxmlformats.org/package/2006/relationships"><Relationship Id="rId1" Type="http://schemas.openxmlformats.org/officeDocument/2006/relationships/image" Target="../media/image30.wmf"/><Relationship Id="rId2" Type="http://schemas.openxmlformats.org/officeDocument/2006/relationships/slideLayout" Target="../slideLayouts/slideLayout53.xml"/>
</Relationships>
</file>

<file path=ppt/slides/_rels/slide31.xml.rels><?xml version="1.0" encoding="UTF-8"?>
<Relationships xmlns="http://schemas.openxmlformats.org/package/2006/relationships"><Relationship Id="rId1" Type="http://schemas.openxmlformats.org/officeDocument/2006/relationships/image" Target="../media/image31.wmf"/><Relationship Id="rId2" Type="http://schemas.openxmlformats.org/officeDocument/2006/relationships/slideLayout" Target="../slideLayouts/slideLayout53.xml"/>
</Relationships>
</file>

<file path=ppt/slides/_rels/slide32.xml.rels><?xml version="1.0" encoding="UTF-8"?>
<Relationships xmlns="http://schemas.openxmlformats.org/package/2006/relationships"><Relationship Id="rId1" Type="http://schemas.openxmlformats.org/officeDocument/2006/relationships/image" Target="../media/image32.wmf"/><Relationship Id="rId2" Type="http://schemas.openxmlformats.org/officeDocument/2006/relationships/slideLayout" Target="../slideLayouts/slideLayout53.xml"/>
</Relationships>
</file>

<file path=ppt/slides/_rels/slide33.xml.rels><?xml version="1.0" encoding="UTF-8"?>
<Relationships xmlns="http://schemas.openxmlformats.org/package/2006/relationships"><Relationship Id="rId1" Type="http://schemas.openxmlformats.org/officeDocument/2006/relationships/image" Target="../media/image33.wmf"/><Relationship Id="rId2" Type="http://schemas.openxmlformats.org/officeDocument/2006/relationships/slideLayout" Target="../slideLayouts/slideLayout53.xml"/>
</Relationships>
</file>

<file path=ppt/slides/_rels/slide34.xml.rels><?xml version="1.0" encoding="UTF-8"?>
<Relationships xmlns="http://schemas.openxmlformats.org/package/2006/relationships"><Relationship Id="rId1" Type="http://schemas.openxmlformats.org/officeDocument/2006/relationships/image" Target="../media/image34.wmf"/><Relationship Id="rId2" Type="http://schemas.openxmlformats.org/officeDocument/2006/relationships/slideLayout" Target="../slideLayouts/slideLayout53.xml"/>
</Relationships>
</file>

<file path=ppt/slides/_rels/slide35.xml.rels><?xml version="1.0" encoding="UTF-8"?>
<Relationships xmlns="http://schemas.openxmlformats.org/package/2006/relationships"><Relationship Id="rId1" Type="http://schemas.openxmlformats.org/officeDocument/2006/relationships/image" Target="../media/image35.wmf"/><Relationship Id="rId2" Type="http://schemas.openxmlformats.org/officeDocument/2006/relationships/slideLayout" Target="../slideLayouts/slideLayout53.xml"/>
</Relationships>
</file>

<file path=ppt/slides/_rels/slide36.xml.rels><?xml version="1.0" encoding="UTF-8"?>
<Relationships xmlns="http://schemas.openxmlformats.org/package/2006/relationships"><Relationship Id="rId1" Type="http://schemas.openxmlformats.org/officeDocument/2006/relationships/image" Target="../media/image36.wmf"/><Relationship Id="rId2" Type="http://schemas.openxmlformats.org/officeDocument/2006/relationships/slideLayout" Target="../slideLayouts/slideLayout53.xml"/>
</Relationships>
</file>

<file path=ppt/slides/_rels/slide37.xml.rels><?xml version="1.0" encoding="UTF-8"?>
<Relationships xmlns="http://schemas.openxmlformats.org/package/2006/relationships"><Relationship Id="rId1" Type="http://schemas.openxmlformats.org/officeDocument/2006/relationships/image" Target="../media/image37.wmf"/><Relationship Id="rId2" Type="http://schemas.openxmlformats.org/officeDocument/2006/relationships/slideLayout" Target="../slideLayouts/slideLayout53.xml"/>
</Relationships>
</file>

<file path=ppt/slides/_rels/slide38.xml.rels><?xml version="1.0" encoding="UTF-8"?>
<Relationships xmlns="http://schemas.openxmlformats.org/package/2006/relationships"><Relationship Id="rId1" Type="http://schemas.openxmlformats.org/officeDocument/2006/relationships/image" Target="../media/image38.wmf"/><Relationship Id="rId2" Type="http://schemas.openxmlformats.org/officeDocument/2006/relationships/slideLayout" Target="../slideLayouts/slideLayout53.xml"/>
</Relationships>
</file>

<file path=ppt/slides/_rels/slide39.xml.rels><?xml version="1.0" encoding="UTF-8"?>
<Relationships xmlns="http://schemas.openxmlformats.org/package/2006/relationships"><Relationship Id="rId1" Type="http://schemas.openxmlformats.org/officeDocument/2006/relationships/image" Target="../media/image39.wmf"/><Relationship Id="rId2" Type="http://schemas.openxmlformats.org/officeDocument/2006/relationships/slideLayout" Target="../slideLayouts/slideLayout53.xml"/>
</Relationships>
</file>

<file path=ppt/slides/_rels/slide40.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slideLayout" Target="../slideLayouts/slideLayout3.xml"/>
</Relationships>
</file>

<file path=ppt/slides/_rels/slide41.xml.rels><?xml version="1.0" encoding="UTF-8"?>
<Relationships xmlns="http://schemas.openxmlformats.org/package/2006/relationships"><Relationship Id="rId1" Type="http://schemas.openxmlformats.org/officeDocument/2006/relationships/image" Target="../media/image40.wmf"/><Relationship Id="rId2" Type="http://schemas.openxmlformats.org/officeDocument/2006/relationships/slideLayout" Target="../slideLayouts/slideLayout53.xml"/>
</Relationships>
</file>

<file path=ppt/slides/_rels/slide42.xml.rels><?xml version="1.0" encoding="UTF-8"?>
<Relationships xmlns="http://schemas.openxmlformats.org/package/2006/relationships"><Relationship Id="rId1" Type="http://schemas.openxmlformats.org/officeDocument/2006/relationships/image" Target="../media/image41.wmf"/><Relationship Id="rId2" Type="http://schemas.openxmlformats.org/officeDocument/2006/relationships/slideLayout" Target="../slideLayouts/slideLayout53.xml"/>
</Relationships>
</file>

<file path=ppt/slides/_rels/slide43.xml.rels><?xml version="1.0" encoding="UTF-8"?>
<Relationships xmlns="http://schemas.openxmlformats.org/package/2006/relationships"><Relationship Id="rId1" Type="http://schemas.openxmlformats.org/officeDocument/2006/relationships/image" Target="../media/image42.wmf"/><Relationship Id="rId2" Type="http://schemas.openxmlformats.org/officeDocument/2006/relationships/slideLayout" Target="../slideLayouts/slideLayout53.xml"/>
</Relationships>
</file>

<file path=ppt/slides/_rels/slide44.xml.rels><?xml version="1.0" encoding="UTF-8"?>
<Relationships xmlns="http://schemas.openxmlformats.org/package/2006/relationships"><Relationship Id="rId1" Type="http://schemas.openxmlformats.org/officeDocument/2006/relationships/image" Target="../media/image43.jpeg"/><Relationship Id="rId2" Type="http://schemas.openxmlformats.org/officeDocument/2006/relationships/slideLayout" Target="../slideLayouts/slideLayout53.xml"/>
</Relationships>
</file>

<file path=ppt/slides/_rels/slide45.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5.png"/><Relationship Id="rId5" Type="http://schemas.openxmlformats.org/officeDocument/2006/relationships/slideLayout" Target="../slideLayouts/slideLayout3.xml"/>
</Relationships>
</file>

<file path=ppt/slides/_rels/slide46.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image" Target="../media/image47.png"/><Relationship Id="rId3" Type="http://schemas.openxmlformats.org/officeDocument/2006/relationships/slideLayout" Target="../slideLayouts/slideLayout53.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4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3.xml"/>
</Relationships>
</file>

<file path=ppt/slides/_rels/slide50.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3.xml"/><Relationship Id="rId3"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49.wmf"/><Relationship Id="rId2" Type="http://schemas.openxmlformats.org/officeDocument/2006/relationships/slideLayout" Target="../slideLayouts/slideLayout53.xml"/>
</Relationships>
</file>

<file path=ppt/slides/_rels/slide52.xml.rels><?xml version="1.0" encoding="UTF-8"?>
<Relationships xmlns="http://schemas.openxmlformats.org/package/2006/relationships"><Relationship Id="rId1" Type="http://schemas.openxmlformats.org/officeDocument/2006/relationships/image" Target="../media/image50.wmf"/><Relationship Id="rId2" Type="http://schemas.openxmlformats.org/officeDocument/2006/relationships/slideLayout" Target="../slideLayouts/slideLayout53.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4.xml.rels><?xml version="1.0" encoding="UTF-8"?>
<Relationships xmlns="http://schemas.openxmlformats.org/package/2006/relationships"><Relationship Id="rId1" Type="http://schemas.openxmlformats.org/officeDocument/2006/relationships/image" Target="../media/image51.wmf"/><Relationship Id="rId2" Type="http://schemas.openxmlformats.org/officeDocument/2006/relationships/slideLayout" Target="../slideLayouts/slideLayout3.xml"/><Relationship Id="rId3"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52.wmf"/><Relationship Id="rId2" Type="http://schemas.openxmlformats.org/officeDocument/2006/relationships/slideLayout" Target="../slideLayouts/slideLayout3.xml"/><Relationship Id="rId3"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53.wmf"/><Relationship Id="rId2" Type="http://schemas.openxmlformats.org/officeDocument/2006/relationships/slideLayout" Target="../slideLayouts/slideLayout3.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8.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slideLayout" Target="../slideLayouts/slideLayout3.xml"/><Relationship Id="rId3"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3.xml"/><Relationship Id="rId3"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3.xml"/>
</Relationships>
</file>

<file path=ppt/slides/_rels/slide61.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3.xml"/>
</Relationships>
</file>

<file path=ppt/slides/_rels/slide62.xml.rels><?xml version="1.0" encoding="UTF-8"?>
<Relationships xmlns="http://schemas.openxmlformats.org/package/2006/relationships"><Relationship Id="rId1" Type="http://schemas.openxmlformats.org/officeDocument/2006/relationships/image" Target="../media/image56.png"/><Relationship Id="rId2" Type="http://schemas.openxmlformats.org/officeDocument/2006/relationships/slideLayout" Target="../slideLayouts/slideLayout3.xml"/>
</Relationships>
</file>

<file path=ppt/slides/_rels/slide63.xml.rels><?xml version="1.0" encoding="UTF-8"?>
<Relationships xmlns="http://schemas.openxmlformats.org/package/2006/relationships"><Relationship Id="rId1" Type="http://schemas.openxmlformats.org/officeDocument/2006/relationships/image" Target="../media/image56.png"/><Relationship Id="rId2" Type="http://schemas.openxmlformats.org/officeDocument/2006/relationships/image" Target="../media/image57.png"/><Relationship Id="rId3" Type="http://schemas.openxmlformats.org/officeDocument/2006/relationships/slideLayout" Target="../slideLayouts/slideLayout3.xml"/>
</Relationships>
</file>

<file path=ppt/slides/_rels/slide64.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3.xml"/>
</Relationships>
</file>

<file path=ppt/slides/_rels/slide65.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3.xml"/>
</Relationships>
</file>

<file path=ppt/slides/_rels/slide66.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3.xml"/>
</Relationships>
</file>

<file path=ppt/slides/_rels/slide67.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3.xml"/>
</Relationships>
</file>

<file path=ppt/slides/_rels/slide68.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3.xml"/>
</Relationships>
</file>

<file path=ppt/slides/_rels/slide69.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3.xml"/>
</Relationships>
</file>

<file path=ppt/slides/_rels/slide70.xml.rels><?xml version="1.0" encoding="UTF-8"?>
<Relationships xmlns="http://schemas.openxmlformats.org/package/2006/relationships"><Relationship Id="rId1" Type="http://schemas.openxmlformats.org/officeDocument/2006/relationships/image" Target="../media/image58.wmf"/><Relationship Id="rId2" Type="http://schemas.openxmlformats.org/officeDocument/2006/relationships/slideLayout" Target="../slideLayouts/slideLayout3.xml"/><Relationship Id="rId3"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image" Target="../media/image59.jpeg"/><Relationship Id="rId2" Type="http://schemas.openxmlformats.org/officeDocument/2006/relationships/slideLayout" Target="../slideLayouts/slideLayout3.xml"/><Relationship Id="rId3"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3.xml"/>
</Relationships>
</file>

<file path=ppt/slides/_rels/slide73.xml.rels><?xml version="1.0" encoding="UTF-8"?>
<Relationships xmlns="http://schemas.openxmlformats.org/package/2006/relationships"><Relationship Id="rId1" Type="http://schemas.openxmlformats.org/officeDocument/2006/relationships/image" Target="../media/image60.wmf"/><Relationship Id="rId2" Type="http://schemas.openxmlformats.org/officeDocument/2006/relationships/image" Target="../media/image61.wmf"/><Relationship Id="rId3" Type="http://schemas.openxmlformats.org/officeDocument/2006/relationships/slideLayout" Target="../slideLayouts/slideLayout3.xml"/><Relationship Id="rId4"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image" Target="../media/image62.jpeg"/><Relationship Id="rId2" Type="http://schemas.openxmlformats.org/officeDocument/2006/relationships/image" Target="../media/image63.jpeg"/><Relationship Id="rId3" Type="http://schemas.openxmlformats.org/officeDocument/2006/relationships/slideLayout" Target="../slideLayouts/slideLayout3.xml"/><Relationship Id="rId4"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image" Target="../media/image64.wmf"/><Relationship Id="rId2" Type="http://schemas.openxmlformats.org/officeDocument/2006/relationships/slideLayout" Target="../slideLayouts/slideLayout3.xml"/>
</Relationships>
</file>

<file path=ppt/slides/_rels/slide76.xml.rels><?xml version="1.0" encoding="UTF-8"?>
<Relationships xmlns="http://schemas.openxmlformats.org/package/2006/relationships"><Relationship Id="rId1" Type="http://schemas.openxmlformats.org/officeDocument/2006/relationships/image" Target="../media/image65.wmf"/><Relationship Id="rId2" Type="http://schemas.openxmlformats.org/officeDocument/2006/relationships/slideLayout" Target="../slideLayouts/slideLayout3.xml"/>
</Relationships>
</file>

<file path=ppt/slides/_rels/slide77.xml.rels><?xml version="1.0" encoding="UTF-8"?>
<Relationships xmlns="http://schemas.openxmlformats.org/package/2006/relationships"><Relationship Id="rId1" Type="http://schemas.openxmlformats.org/officeDocument/2006/relationships/image" Target="../media/image66.jpeg"/><Relationship Id="rId2" Type="http://schemas.openxmlformats.org/officeDocument/2006/relationships/slideLayout" Target="../slideLayouts/slideLayout3.xml"/><Relationship Id="rId3"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image" Target="../media/image67.wmf"/><Relationship Id="rId2" Type="http://schemas.openxmlformats.org/officeDocument/2006/relationships/slideLayout" Target="../slideLayouts/slideLayout3.xml"/>
</Relationships>
</file>

<file path=ppt/slides/_rels/slide79.xml.rels><?xml version="1.0" encoding="UTF-8"?>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3.xml"/>
</Relationships>
</file>

<file path=ppt/slides/_rels/slide80.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image" Target="../media/image69.jpeg"/><Relationship Id="rId3" Type="http://schemas.openxmlformats.org/officeDocument/2006/relationships/slideLayout" Target="../slideLayouts/slideLayout3.xml"/>
</Relationships>
</file>

<file path=ppt/slides/_rels/slide81.xml.rels><?xml version="1.0" encoding="UTF-8"?>
<Relationships xmlns="http://schemas.openxmlformats.org/package/2006/relationships"><Relationship Id="rId1" Type="http://schemas.openxmlformats.org/officeDocument/2006/relationships/image" Target="../media/image70.png"/><Relationship Id="rId2" Type="http://schemas.openxmlformats.org/officeDocument/2006/relationships/image" Target="../media/image71.wmf"/><Relationship Id="rId3" Type="http://schemas.openxmlformats.org/officeDocument/2006/relationships/slideLayout" Target="../slideLayouts/slideLayout3.xml"/><Relationship Id="rId4"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slideLayout" Target="../slideLayouts/slideLayout3.xml"/>
</Relationships>
</file>

<file path=ppt/slides/_rels/slide83.xml.rels><?xml version="1.0" encoding="UTF-8"?>
<Relationships xmlns="http://schemas.openxmlformats.org/package/2006/relationships"><Relationship Id="rId1" Type="http://schemas.openxmlformats.org/officeDocument/2006/relationships/image" Target="../media/image73.png"/><Relationship Id="rId2" Type="http://schemas.openxmlformats.org/officeDocument/2006/relationships/slideLayout" Target="../slideLayouts/slideLayout3.xml"/><Relationship Id="rId3"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slideLayout" Target="../slideLayouts/slideLayout3.xml"/><Relationship Id="rId3"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image" Target="../media/image75.wmf"/><Relationship Id="rId2" Type="http://schemas.openxmlformats.org/officeDocument/2006/relationships/slideLayout" Target="../slideLayouts/slideLayout3.xml"/><Relationship Id="rId3"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image" Target="../media/image76.wmf"/><Relationship Id="rId2" Type="http://schemas.openxmlformats.org/officeDocument/2006/relationships/image" Target="../media/image77.wmf"/><Relationship Id="rId3" Type="http://schemas.openxmlformats.org/officeDocument/2006/relationships/slideLayout" Target="../slideLayouts/slideLayout3.xml"/>
</Relationships>
</file>

<file path=ppt/slides/_rels/slide87.xml.rels><?xml version="1.0" encoding="UTF-8"?>
<Relationships xmlns="http://schemas.openxmlformats.org/package/2006/relationships"><Relationship Id="rId1" Type="http://schemas.openxmlformats.org/officeDocument/2006/relationships/image" Target="../media/image78.wmf"/><Relationship Id="rId2" Type="http://schemas.openxmlformats.org/officeDocument/2006/relationships/image" Target="../media/image79.wmf"/><Relationship Id="rId3" Type="http://schemas.openxmlformats.org/officeDocument/2006/relationships/slideLayout" Target="../slideLayouts/slideLayout3.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6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1" name="Imagen 18" descr=""/>
          <p:cNvPicPr/>
          <p:nvPr/>
        </p:nvPicPr>
        <p:blipFill>
          <a:blip r:embed="rId1"/>
          <a:srcRect l="67045" t="7146" r="1974" b="51539"/>
          <a:stretch/>
        </p:blipFill>
        <p:spPr>
          <a:xfrm>
            <a:off x="6445440" y="3213000"/>
            <a:ext cx="2256120" cy="1982160"/>
          </a:xfrm>
          <a:prstGeom prst="rect">
            <a:avLst/>
          </a:prstGeom>
          <a:ln w="0">
            <a:noFill/>
          </a:ln>
          <a:effectLst>
            <a:outerShdw algn="tl" blurRad="291960" dir="2700000" dist="138479" rotWithShape="0">
              <a:srgbClr val="333333">
                <a:alpha val="65000"/>
              </a:srgbClr>
            </a:outerShdw>
          </a:effectLst>
        </p:spPr>
      </p:pic>
      <p:sp>
        <p:nvSpPr>
          <p:cNvPr id="602" name="PlaceHolder 1"/>
          <p:cNvSpPr>
            <a:spLocks noGrp="1"/>
          </p:cNvSpPr>
          <p:nvPr>
            <p:ph type="title"/>
          </p:nvPr>
        </p:nvSpPr>
        <p:spPr>
          <a:xfrm>
            <a:off x="460440" y="1412640"/>
            <a:ext cx="8241120" cy="1140840"/>
          </a:xfrm>
          <a:prstGeom prst="rect">
            <a:avLst/>
          </a:prstGeom>
          <a:noFill/>
          <a:ln w="0">
            <a:noFill/>
          </a:ln>
        </p:spPr>
        <p:txBody>
          <a:bodyPr numCol="1" spcCol="0" lIns="0" rIns="0" tIns="0" bIns="0" anchor="ctr">
            <a:noAutofit/>
          </a:bodyPr>
          <a:p>
            <a:pPr indent="0" algn="ctr">
              <a:lnSpc>
                <a:spcPct val="100000"/>
              </a:lnSpc>
              <a:buNone/>
            </a:pPr>
            <a:br>
              <a:rPr sz="4800"/>
            </a:br>
            <a:r>
              <a:rPr b="1" lang="es-ES" sz="4800" spc="-1" strike="noStrike">
                <a:solidFill>
                  <a:srgbClr val="002060"/>
                </a:solidFill>
                <a:latin typeface="Century"/>
              </a:rPr>
              <a:t>Evaluación de modelos</a:t>
            </a:r>
            <a:endParaRPr b="0" lang="es-MX" sz="4800" spc="-1" strike="noStrike">
              <a:solidFill>
                <a:srgbClr val="000000"/>
              </a:solidFill>
              <a:latin typeface="Arial"/>
            </a:endParaRPr>
          </a:p>
        </p:txBody>
      </p:sp>
      <p:sp>
        <p:nvSpPr>
          <p:cNvPr id="603" name="AutoShape 4"/>
          <p:cNvSpPr/>
          <p:nvPr/>
        </p:nvSpPr>
        <p:spPr>
          <a:xfrm>
            <a:off x="155520" y="-144360"/>
            <a:ext cx="302760" cy="302760"/>
          </a:xfrm>
          <a:prstGeom prst="rect">
            <a:avLst/>
          </a:prstGeom>
          <a:noFill/>
          <a:ln w="0">
            <a:noFill/>
          </a:ln>
        </p:spPr>
        <p:style>
          <a:lnRef idx="0"/>
          <a:fillRef idx="0"/>
          <a:effectRef idx="0"/>
          <a:fontRef idx="minor"/>
        </p:style>
        <p:txBody>
          <a:bodyPr lIns="90000" rIns="90000" tIns="45000" bIns="45000" anchor="t">
            <a:noAutofit/>
          </a:bodyPr>
          <a:p>
            <a:endParaRPr b="0" lang="es-MX" sz="1800" spc="-1" strike="noStrike">
              <a:solidFill>
                <a:srgbClr val="000000"/>
              </a:solidFill>
              <a:latin typeface="Arial"/>
            </a:endParaRPr>
          </a:p>
        </p:txBody>
      </p:sp>
      <p:pic>
        <p:nvPicPr>
          <p:cNvPr id="604" name="Imagen 8" descr=""/>
          <p:cNvPicPr/>
          <p:nvPr/>
        </p:nvPicPr>
        <p:blipFill>
          <a:blip r:embed="rId2"/>
          <a:stretch/>
        </p:blipFill>
        <p:spPr>
          <a:xfrm>
            <a:off x="3060000" y="160200"/>
            <a:ext cx="2592000" cy="1221120"/>
          </a:xfrm>
          <a:prstGeom prst="rect">
            <a:avLst/>
          </a:prstGeom>
          <a:ln w="0">
            <a:noFill/>
          </a:ln>
        </p:spPr>
      </p:pic>
      <p:pic>
        <p:nvPicPr>
          <p:cNvPr id="605" name="Picture 8" descr="https://upload.wikimedia.org/wikipedia/commons/thumb/5/5b/Escudo-facultad-ciencias-unam-escalable.svg/896px-Escudo-facultad-ciencias-unam-escalable.svg.png"/>
          <p:cNvPicPr/>
          <p:nvPr/>
        </p:nvPicPr>
        <p:blipFill>
          <a:blip r:embed="rId3"/>
          <a:stretch/>
        </p:blipFill>
        <p:spPr>
          <a:xfrm>
            <a:off x="7766640" y="8640"/>
            <a:ext cx="1226520" cy="1401840"/>
          </a:xfrm>
          <a:prstGeom prst="rect">
            <a:avLst/>
          </a:prstGeom>
          <a:ln w="0">
            <a:noFill/>
          </a:ln>
        </p:spPr>
      </p:pic>
      <p:pic>
        <p:nvPicPr>
          <p:cNvPr id="606" name="Picture 14" descr="http://arquitectura.unam.mx/uploads/8/1/1/0/8110907/_2634437_orig.png?13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tretch/>
        </p:blipFill>
        <p:spPr>
          <a:xfrm>
            <a:off x="0" y="-29160"/>
            <a:ext cx="1577520" cy="1577520"/>
          </a:xfrm>
          <a:prstGeom prst="rect">
            <a:avLst/>
          </a:prstGeom>
          <a:ln w="0">
            <a:noFill/>
          </a:ln>
        </p:spPr>
      </p:pic>
      <p:sp>
        <p:nvSpPr>
          <p:cNvPr id="607" name="CuadroTexto 21"/>
          <p:cNvSpPr/>
          <p:nvPr/>
        </p:nvSpPr>
        <p:spPr>
          <a:xfrm>
            <a:off x="2683800" y="3144240"/>
            <a:ext cx="3794040" cy="1614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MX" sz="2000" spc="-1" strike="noStrike">
                <a:solidFill>
                  <a:srgbClr val="2c2900"/>
                </a:solidFill>
                <a:latin typeface="Century"/>
                <a:ea typeface="DejaVu Sans"/>
              </a:rPr>
              <a:t>Carlos Yañez Arenas</a:t>
            </a:r>
            <a:endParaRPr b="0" lang="es-MX" sz="2000" spc="-1" strike="noStrike">
              <a:solidFill>
                <a:srgbClr val="000000"/>
              </a:solidFill>
              <a:latin typeface="Arial"/>
            </a:endParaRPr>
          </a:p>
          <a:p>
            <a:pPr algn="ctr">
              <a:lnSpc>
                <a:spcPct val="100000"/>
              </a:lnSpc>
            </a:pPr>
            <a:r>
              <a:rPr b="0" lang="es-MX" sz="2000" spc="-1" strike="noStrike">
                <a:solidFill>
                  <a:srgbClr val="2c2900"/>
                </a:solidFill>
                <a:latin typeface="Century"/>
                <a:ea typeface="DejaVu Sans"/>
              </a:rPr>
              <a:t>Rob Anderson</a:t>
            </a:r>
            <a:endParaRPr b="0" lang="es-MX" sz="2000" spc="-1" strike="noStrike">
              <a:solidFill>
                <a:srgbClr val="000000"/>
              </a:solidFill>
              <a:latin typeface="Arial"/>
            </a:endParaRPr>
          </a:p>
          <a:p>
            <a:pPr algn="ctr">
              <a:lnSpc>
                <a:spcPct val="100000"/>
              </a:lnSpc>
            </a:pPr>
            <a:r>
              <a:rPr b="0" lang="es-MX" sz="2000" spc="-1" strike="noStrike">
                <a:solidFill>
                  <a:srgbClr val="2c2900"/>
                </a:solidFill>
                <a:latin typeface="Century"/>
                <a:ea typeface="DejaVu Sans"/>
              </a:rPr>
              <a:t>Jorge M. Lobo</a:t>
            </a:r>
            <a:endParaRPr b="0" lang="es-MX" sz="2000" spc="-1" strike="noStrike">
              <a:solidFill>
                <a:srgbClr val="000000"/>
              </a:solidFill>
              <a:latin typeface="Arial"/>
            </a:endParaRPr>
          </a:p>
          <a:p>
            <a:pPr algn="ctr">
              <a:lnSpc>
                <a:spcPct val="100000"/>
              </a:lnSpc>
            </a:pPr>
            <a:r>
              <a:rPr b="0" lang="es-MX" sz="2000" spc="-1" strike="noStrike">
                <a:solidFill>
                  <a:srgbClr val="2c2900"/>
                </a:solidFill>
                <a:latin typeface="Century"/>
                <a:ea typeface="DejaVu Sans"/>
              </a:rPr>
              <a:t>Enrique Martínez Meyer</a:t>
            </a:r>
            <a:endParaRPr b="0" lang="es-MX" sz="2000" spc="-1" strike="noStrike">
              <a:solidFill>
                <a:srgbClr val="000000"/>
              </a:solidFill>
              <a:latin typeface="Arial"/>
            </a:endParaRPr>
          </a:p>
          <a:p>
            <a:pPr algn="ctr">
              <a:lnSpc>
                <a:spcPct val="100000"/>
              </a:lnSpc>
            </a:pPr>
            <a:r>
              <a:rPr b="0" lang="es-MX" sz="2000" spc="-1" strike="noStrike">
                <a:solidFill>
                  <a:srgbClr val="2c2900"/>
                </a:solidFill>
                <a:latin typeface="Century"/>
                <a:ea typeface="DejaVu Sans"/>
              </a:rPr>
              <a:t>Town Peterson</a:t>
            </a:r>
            <a:endParaRPr b="0" lang="es-MX" sz="2000" spc="-1" strike="noStrike">
              <a:solidFill>
                <a:srgbClr val="000000"/>
              </a:solidFill>
              <a:latin typeface="Arial"/>
            </a:endParaRPr>
          </a:p>
        </p:txBody>
      </p:sp>
      <p:pic>
        <p:nvPicPr>
          <p:cNvPr id="608" name="Imagen 12" descr=""/>
          <p:cNvPicPr/>
          <p:nvPr/>
        </p:nvPicPr>
        <p:blipFill>
          <a:blip r:embed="rId6"/>
          <a:srcRect l="67766" t="54986" r="2378" b="2278"/>
          <a:stretch/>
        </p:blipFill>
        <p:spPr>
          <a:xfrm>
            <a:off x="6965280" y="4869000"/>
            <a:ext cx="1874160" cy="1767600"/>
          </a:xfrm>
          <a:prstGeom prst="rect">
            <a:avLst/>
          </a:prstGeom>
          <a:ln w="0">
            <a:noFill/>
          </a:ln>
          <a:effectLst>
            <a:outerShdw algn="tl" blurRad="291960" dir="2700000" dist="138479" rotWithShape="0">
              <a:srgbClr val="333333">
                <a:alpha val="65000"/>
              </a:srgbClr>
            </a:outerShdw>
          </a:effectLst>
        </p:spPr>
      </p:pic>
      <p:pic>
        <p:nvPicPr>
          <p:cNvPr id="609" name="Imagen 13" descr=""/>
          <p:cNvPicPr/>
          <p:nvPr/>
        </p:nvPicPr>
        <p:blipFill>
          <a:blip r:embed="rId7"/>
          <a:srcRect l="14095" t="23754" r="56966" b="40544"/>
          <a:stretch/>
        </p:blipFill>
        <p:spPr>
          <a:xfrm>
            <a:off x="107640" y="3176280"/>
            <a:ext cx="2541240" cy="1762560"/>
          </a:xfrm>
          <a:prstGeom prst="rect">
            <a:avLst/>
          </a:prstGeom>
          <a:ln w="0">
            <a:noFill/>
          </a:ln>
          <a:effectLst>
            <a:outerShdw algn="tl" blurRad="291960" dir="2700000" dist="138479" rotWithShape="0">
              <a:srgbClr val="333333">
                <a:alpha val="65000"/>
              </a:srgbClr>
            </a:outerShdw>
          </a:effectLst>
        </p:spPr>
      </p:pic>
      <p:pic>
        <p:nvPicPr>
          <p:cNvPr id="610" name="Imagen 17" descr=""/>
          <p:cNvPicPr/>
          <p:nvPr/>
        </p:nvPicPr>
        <p:blipFill>
          <a:blip r:embed="rId8"/>
          <a:srcRect l="47209" t="21646" r="13819" b="38449"/>
          <a:stretch/>
        </p:blipFill>
        <p:spPr>
          <a:xfrm>
            <a:off x="107640" y="5013000"/>
            <a:ext cx="2821680" cy="1623600"/>
          </a:xfrm>
          <a:prstGeom prst="rect">
            <a:avLst/>
          </a:prstGeom>
          <a:ln w="0">
            <a:noFill/>
          </a:ln>
          <a:effectLst>
            <a:outerShdw algn="tl" blurRad="291960" dir="2700000" dist="138479" rotWithShape="0">
              <a:srgbClr val="333333">
                <a:alpha val="65000"/>
              </a:srgbClr>
            </a:outerShdw>
          </a:effectLst>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1" name="Imagen 2" descr=""/>
          <p:cNvPicPr/>
          <p:nvPr/>
        </p:nvPicPr>
        <p:blipFill>
          <a:blip r:embed="rId1"/>
          <a:stretch/>
        </p:blipFill>
        <p:spPr>
          <a:xfrm>
            <a:off x="346320" y="1252080"/>
            <a:ext cx="8745120" cy="5326560"/>
          </a:xfrm>
          <a:prstGeom prst="rect">
            <a:avLst/>
          </a:prstGeom>
          <a:ln w="0">
            <a:noFill/>
          </a:ln>
        </p:spPr>
      </p:pic>
      <p:sp>
        <p:nvSpPr>
          <p:cNvPr id="612" name="Rectángulo 3"/>
          <p:cNvSpPr/>
          <p:nvPr/>
        </p:nvSpPr>
        <p:spPr>
          <a:xfrm>
            <a:off x="6804360" y="1196640"/>
            <a:ext cx="2230200" cy="15098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3" name="Straight Connector 2"/>
          <p:cNvSpPr/>
          <p:nvPr/>
        </p:nvSpPr>
        <p:spPr>
          <a:xfrm>
            <a:off x="1432080" y="256680"/>
            <a:ext cx="360" cy="5971320"/>
          </a:xfrm>
          <a:prstGeom prst="line">
            <a:avLst/>
          </a:prstGeom>
          <a:ln w="57150">
            <a:solidFill>
              <a:srgbClr val="2c2900"/>
            </a:solidFill>
            <a:round/>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es-MX" sz="1800" spc="-1" strike="noStrike">
              <a:solidFill>
                <a:srgbClr val="000000"/>
              </a:solidFill>
              <a:latin typeface="Arial"/>
            </a:endParaRPr>
          </a:p>
        </p:txBody>
      </p:sp>
      <p:sp>
        <p:nvSpPr>
          <p:cNvPr id="614" name="Straight Connector 4"/>
          <p:cNvSpPr/>
          <p:nvPr/>
        </p:nvSpPr>
        <p:spPr>
          <a:xfrm>
            <a:off x="1432080" y="6228000"/>
            <a:ext cx="6472080" cy="360"/>
          </a:xfrm>
          <a:prstGeom prst="line">
            <a:avLst/>
          </a:prstGeom>
          <a:ln w="57150">
            <a:solidFill>
              <a:srgbClr val="2c2900"/>
            </a:solidFill>
            <a:round/>
          </a:ln>
        </p:spPr>
        <p:style>
          <a:lnRef idx="2">
            <a:schemeClr val="accent1"/>
          </a:lnRef>
          <a:fillRef idx="0">
            <a:schemeClr val="accent1"/>
          </a:fillRef>
          <a:effectRef idx="1">
            <a:schemeClr val="accent1"/>
          </a:effectRef>
          <a:fontRef idx="minor"/>
        </p:style>
        <p:txBody>
          <a:bodyPr lIns="90000" rIns="90000" tIns="-44640" bIns="-44640" anchor="t" anchorCtr="1">
            <a:noAutofit/>
          </a:bodyPr>
          <a:p>
            <a:endParaRPr b="0" lang="es-MX" sz="1800" spc="-1" strike="noStrike">
              <a:solidFill>
                <a:srgbClr val="000000"/>
              </a:solidFill>
              <a:latin typeface="Arial"/>
            </a:endParaRPr>
          </a:p>
        </p:txBody>
      </p:sp>
      <p:sp>
        <p:nvSpPr>
          <p:cNvPr id="615" name="TextBox 5"/>
          <p:cNvSpPr/>
          <p:nvPr/>
        </p:nvSpPr>
        <p:spPr>
          <a:xfrm>
            <a:off x="2604600" y="6259680"/>
            <a:ext cx="393300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800" spc="-1" strike="noStrike">
                <a:solidFill>
                  <a:srgbClr val="2c2900"/>
                </a:solidFill>
                <a:latin typeface="Century Gothic"/>
                <a:ea typeface="DejaVu Sans"/>
              </a:rPr>
              <a:t>Independent variables</a:t>
            </a:r>
            <a:endParaRPr b="0" lang="es-MX" sz="2800" spc="-1" strike="noStrike">
              <a:solidFill>
                <a:srgbClr val="000000"/>
              </a:solidFill>
              <a:latin typeface="Arial"/>
            </a:endParaRPr>
          </a:p>
        </p:txBody>
      </p:sp>
      <p:sp>
        <p:nvSpPr>
          <p:cNvPr id="616" name="TextBox 6"/>
          <p:cNvSpPr/>
          <p:nvPr/>
        </p:nvSpPr>
        <p:spPr>
          <a:xfrm rot="16200000">
            <a:off x="-641520" y="2962440"/>
            <a:ext cx="327132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800" spc="-1" strike="noStrike">
                <a:solidFill>
                  <a:srgbClr val="2c2900"/>
                </a:solidFill>
                <a:latin typeface="Century Gothic"/>
                <a:ea typeface="DejaVu Sans"/>
              </a:rPr>
              <a:t>Modeled response</a:t>
            </a:r>
            <a:endParaRPr b="0" lang="es-MX" sz="2800" spc="-1" strike="noStrike">
              <a:solidFill>
                <a:srgbClr val="000000"/>
              </a:solidFill>
              <a:latin typeface="Arial"/>
            </a:endParaRPr>
          </a:p>
        </p:txBody>
      </p:sp>
      <p:sp>
        <p:nvSpPr>
          <p:cNvPr id="617" name="Oval 7"/>
          <p:cNvSpPr/>
          <p:nvPr/>
        </p:nvSpPr>
        <p:spPr>
          <a:xfrm>
            <a:off x="1864440" y="50605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18" name="Oval 8"/>
          <p:cNvSpPr/>
          <p:nvPr/>
        </p:nvSpPr>
        <p:spPr>
          <a:xfrm>
            <a:off x="2810160" y="540360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19" name="Oval 9"/>
          <p:cNvSpPr/>
          <p:nvPr/>
        </p:nvSpPr>
        <p:spPr>
          <a:xfrm>
            <a:off x="3142080" y="48139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20" name="Oval 10"/>
          <p:cNvSpPr/>
          <p:nvPr/>
        </p:nvSpPr>
        <p:spPr>
          <a:xfrm>
            <a:off x="3619080" y="504504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21" name="Oval 11"/>
          <p:cNvSpPr/>
          <p:nvPr/>
        </p:nvSpPr>
        <p:spPr>
          <a:xfrm>
            <a:off x="3992400" y="420444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22" name="Oval 12"/>
          <p:cNvSpPr/>
          <p:nvPr/>
        </p:nvSpPr>
        <p:spPr>
          <a:xfrm>
            <a:off x="4585680" y="342900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23" name="Oval 13"/>
          <p:cNvSpPr/>
          <p:nvPr/>
        </p:nvSpPr>
        <p:spPr>
          <a:xfrm>
            <a:off x="5004000" y="3276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24" name="Oval 14"/>
          <p:cNvSpPr/>
          <p:nvPr/>
        </p:nvSpPr>
        <p:spPr>
          <a:xfrm>
            <a:off x="5187960" y="28324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25" name="Oval 15"/>
          <p:cNvSpPr/>
          <p:nvPr/>
        </p:nvSpPr>
        <p:spPr>
          <a:xfrm>
            <a:off x="7733520" y="3193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26" name="Oval 16"/>
          <p:cNvSpPr/>
          <p:nvPr/>
        </p:nvSpPr>
        <p:spPr>
          <a:xfrm>
            <a:off x="5492520" y="3123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27" name="Oval 17"/>
          <p:cNvSpPr/>
          <p:nvPr/>
        </p:nvSpPr>
        <p:spPr>
          <a:xfrm>
            <a:off x="6147000" y="16153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28" name="Oval 19"/>
          <p:cNvSpPr/>
          <p:nvPr/>
        </p:nvSpPr>
        <p:spPr>
          <a:xfrm>
            <a:off x="6868080" y="14626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29" name="Oval 20"/>
          <p:cNvSpPr/>
          <p:nvPr/>
        </p:nvSpPr>
        <p:spPr>
          <a:xfrm>
            <a:off x="5953680" y="27561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30" name="Oval 21"/>
          <p:cNvSpPr/>
          <p:nvPr/>
        </p:nvSpPr>
        <p:spPr>
          <a:xfrm>
            <a:off x="1444680" y="5327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31" name="Oval 22"/>
          <p:cNvSpPr/>
          <p:nvPr/>
        </p:nvSpPr>
        <p:spPr>
          <a:xfrm>
            <a:off x="7121160" y="441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32" name="Oval 23"/>
          <p:cNvSpPr/>
          <p:nvPr/>
        </p:nvSpPr>
        <p:spPr>
          <a:xfrm>
            <a:off x="6559560" y="1961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33" name="Oval 24"/>
          <p:cNvSpPr/>
          <p:nvPr/>
        </p:nvSpPr>
        <p:spPr>
          <a:xfrm>
            <a:off x="2374560" y="52509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34" name="Oval 25"/>
          <p:cNvSpPr/>
          <p:nvPr/>
        </p:nvSpPr>
        <p:spPr>
          <a:xfrm>
            <a:off x="3780000" y="46749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35" name="Oval 26"/>
          <p:cNvSpPr/>
          <p:nvPr/>
        </p:nvSpPr>
        <p:spPr>
          <a:xfrm>
            <a:off x="6039360" y="2114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36" name="Oval 27"/>
          <p:cNvSpPr/>
          <p:nvPr/>
        </p:nvSpPr>
        <p:spPr>
          <a:xfrm>
            <a:off x="4423320" y="39067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Conector recto 29"/>
          <p:cNvSpPr/>
          <p:nvPr/>
        </p:nvSpPr>
        <p:spPr>
          <a:xfrm flipV="1">
            <a:off x="1763640" y="441000"/>
            <a:ext cx="6408720" cy="5292000"/>
          </a:xfrm>
          <a:prstGeom prst="line">
            <a:avLst/>
          </a:prstGeom>
          <a:ln w="101600">
            <a:solidFill>
              <a:srgbClr val="00b0f0"/>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s-MX" sz="1800" spc="-1" strike="noStrike">
              <a:solidFill>
                <a:srgbClr val="000000"/>
              </a:solidFill>
              <a:latin typeface="Arial"/>
            </a:endParaRPr>
          </a:p>
        </p:txBody>
      </p:sp>
      <p:sp>
        <p:nvSpPr>
          <p:cNvPr id="638" name="Straight Connector 2"/>
          <p:cNvSpPr/>
          <p:nvPr/>
        </p:nvSpPr>
        <p:spPr>
          <a:xfrm>
            <a:off x="1432080" y="256680"/>
            <a:ext cx="360" cy="5971320"/>
          </a:xfrm>
          <a:prstGeom prst="line">
            <a:avLst/>
          </a:prstGeom>
          <a:ln w="57150">
            <a:solidFill>
              <a:srgbClr val="2c2900"/>
            </a:solidFill>
            <a:round/>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es-MX" sz="1800" spc="-1" strike="noStrike">
              <a:solidFill>
                <a:srgbClr val="000000"/>
              </a:solidFill>
              <a:latin typeface="Arial"/>
            </a:endParaRPr>
          </a:p>
        </p:txBody>
      </p:sp>
      <p:sp>
        <p:nvSpPr>
          <p:cNvPr id="639" name="Straight Connector 4"/>
          <p:cNvSpPr/>
          <p:nvPr/>
        </p:nvSpPr>
        <p:spPr>
          <a:xfrm>
            <a:off x="1432080" y="6228000"/>
            <a:ext cx="6472080" cy="360"/>
          </a:xfrm>
          <a:prstGeom prst="line">
            <a:avLst/>
          </a:prstGeom>
          <a:ln w="57150">
            <a:solidFill>
              <a:srgbClr val="2c2900"/>
            </a:solidFill>
            <a:round/>
          </a:ln>
        </p:spPr>
        <p:style>
          <a:lnRef idx="2">
            <a:schemeClr val="accent1"/>
          </a:lnRef>
          <a:fillRef idx="0">
            <a:schemeClr val="accent1"/>
          </a:fillRef>
          <a:effectRef idx="1">
            <a:schemeClr val="accent1"/>
          </a:effectRef>
          <a:fontRef idx="minor"/>
        </p:style>
        <p:txBody>
          <a:bodyPr lIns="90000" rIns="90000" tIns="-44640" bIns="-44640" anchor="t" anchorCtr="1">
            <a:noAutofit/>
          </a:bodyPr>
          <a:p>
            <a:endParaRPr b="0" lang="es-MX" sz="1800" spc="-1" strike="noStrike">
              <a:solidFill>
                <a:srgbClr val="000000"/>
              </a:solidFill>
              <a:latin typeface="Arial"/>
            </a:endParaRPr>
          </a:p>
        </p:txBody>
      </p:sp>
      <p:sp>
        <p:nvSpPr>
          <p:cNvPr id="640" name="TextBox 5"/>
          <p:cNvSpPr/>
          <p:nvPr/>
        </p:nvSpPr>
        <p:spPr>
          <a:xfrm>
            <a:off x="2604600" y="6259680"/>
            <a:ext cx="393300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800" spc="-1" strike="noStrike">
                <a:solidFill>
                  <a:srgbClr val="2c2900"/>
                </a:solidFill>
                <a:latin typeface="Century Gothic"/>
                <a:ea typeface="DejaVu Sans"/>
              </a:rPr>
              <a:t>Independent variables</a:t>
            </a:r>
            <a:endParaRPr b="0" lang="es-MX" sz="2800" spc="-1" strike="noStrike">
              <a:solidFill>
                <a:srgbClr val="000000"/>
              </a:solidFill>
              <a:latin typeface="Arial"/>
            </a:endParaRPr>
          </a:p>
        </p:txBody>
      </p:sp>
      <p:sp>
        <p:nvSpPr>
          <p:cNvPr id="641" name="TextBox 6"/>
          <p:cNvSpPr/>
          <p:nvPr/>
        </p:nvSpPr>
        <p:spPr>
          <a:xfrm rot="16200000">
            <a:off x="-641520" y="2962440"/>
            <a:ext cx="327132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800" spc="-1" strike="noStrike">
                <a:solidFill>
                  <a:srgbClr val="2c2900"/>
                </a:solidFill>
                <a:latin typeface="Century Gothic"/>
                <a:ea typeface="DejaVu Sans"/>
              </a:rPr>
              <a:t>Modeled response</a:t>
            </a:r>
            <a:endParaRPr b="0" lang="es-MX" sz="2800" spc="-1" strike="noStrike">
              <a:solidFill>
                <a:srgbClr val="000000"/>
              </a:solidFill>
              <a:latin typeface="Arial"/>
            </a:endParaRPr>
          </a:p>
        </p:txBody>
      </p:sp>
      <p:sp>
        <p:nvSpPr>
          <p:cNvPr id="642" name="Oval 7"/>
          <p:cNvSpPr/>
          <p:nvPr/>
        </p:nvSpPr>
        <p:spPr>
          <a:xfrm>
            <a:off x="1864440" y="50605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43" name="Oval 8"/>
          <p:cNvSpPr/>
          <p:nvPr/>
        </p:nvSpPr>
        <p:spPr>
          <a:xfrm>
            <a:off x="2810160" y="540360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44" name="Oval 9"/>
          <p:cNvSpPr/>
          <p:nvPr/>
        </p:nvSpPr>
        <p:spPr>
          <a:xfrm>
            <a:off x="3142080" y="48139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45" name="Oval 10"/>
          <p:cNvSpPr/>
          <p:nvPr/>
        </p:nvSpPr>
        <p:spPr>
          <a:xfrm>
            <a:off x="3619080" y="504504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46" name="Oval 11"/>
          <p:cNvSpPr/>
          <p:nvPr/>
        </p:nvSpPr>
        <p:spPr>
          <a:xfrm>
            <a:off x="3992400" y="420444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47" name="Oval 12"/>
          <p:cNvSpPr/>
          <p:nvPr/>
        </p:nvSpPr>
        <p:spPr>
          <a:xfrm>
            <a:off x="4585680" y="342900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48" name="Oval 13"/>
          <p:cNvSpPr/>
          <p:nvPr/>
        </p:nvSpPr>
        <p:spPr>
          <a:xfrm>
            <a:off x="5004000" y="3276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49" name="Oval 14"/>
          <p:cNvSpPr/>
          <p:nvPr/>
        </p:nvSpPr>
        <p:spPr>
          <a:xfrm>
            <a:off x="5187960" y="28324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50" name="Oval 15"/>
          <p:cNvSpPr/>
          <p:nvPr/>
        </p:nvSpPr>
        <p:spPr>
          <a:xfrm>
            <a:off x="7733520" y="3193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51" name="Oval 16"/>
          <p:cNvSpPr/>
          <p:nvPr/>
        </p:nvSpPr>
        <p:spPr>
          <a:xfrm>
            <a:off x="5492520" y="3123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52" name="Oval 17"/>
          <p:cNvSpPr/>
          <p:nvPr/>
        </p:nvSpPr>
        <p:spPr>
          <a:xfrm>
            <a:off x="6147000" y="16153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53" name="Oval 19"/>
          <p:cNvSpPr/>
          <p:nvPr/>
        </p:nvSpPr>
        <p:spPr>
          <a:xfrm>
            <a:off x="6868080" y="14626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54" name="Oval 20"/>
          <p:cNvSpPr/>
          <p:nvPr/>
        </p:nvSpPr>
        <p:spPr>
          <a:xfrm>
            <a:off x="5953680" y="27561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55" name="Oval 21"/>
          <p:cNvSpPr/>
          <p:nvPr/>
        </p:nvSpPr>
        <p:spPr>
          <a:xfrm>
            <a:off x="1444680" y="5327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56" name="Oval 22"/>
          <p:cNvSpPr/>
          <p:nvPr/>
        </p:nvSpPr>
        <p:spPr>
          <a:xfrm>
            <a:off x="7121160" y="441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57" name="Oval 23"/>
          <p:cNvSpPr/>
          <p:nvPr/>
        </p:nvSpPr>
        <p:spPr>
          <a:xfrm>
            <a:off x="6559560" y="1961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58" name="Oval 24"/>
          <p:cNvSpPr/>
          <p:nvPr/>
        </p:nvSpPr>
        <p:spPr>
          <a:xfrm>
            <a:off x="2374560" y="52509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59" name="Oval 25"/>
          <p:cNvSpPr/>
          <p:nvPr/>
        </p:nvSpPr>
        <p:spPr>
          <a:xfrm>
            <a:off x="3780000" y="46749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60" name="Oval 26"/>
          <p:cNvSpPr/>
          <p:nvPr/>
        </p:nvSpPr>
        <p:spPr>
          <a:xfrm>
            <a:off x="6039360" y="2114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61" name="Oval 27"/>
          <p:cNvSpPr/>
          <p:nvPr/>
        </p:nvSpPr>
        <p:spPr>
          <a:xfrm>
            <a:off x="4423320" y="39067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62" name="CuadroTexto 30"/>
          <p:cNvSpPr/>
          <p:nvPr/>
        </p:nvSpPr>
        <p:spPr>
          <a:xfrm>
            <a:off x="6064560" y="4872240"/>
            <a:ext cx="2076840" cy="516600"/>
          </a:xfrm>
          <a:prstGeom prst="rect">
            <a:avLst/>
          </a:prstGeom>
          <a:solidFill>
            <a:srgbClr val="ffffff"/>
          </a:solidFill>
          <a:ln w="0">
            <a:noFill/>
          </a:ln>
        </p:spPr>
        <p:style>
          <a:lnRef idx="0"/>
          <a:fillRef idx="0"/>
          <a:effectRef idx="0"/>
          <a:fontRef idx="minor"/>
        </p:style>
        <p:txBody>
          <a:bodyPr wrap="none" lIns="90000" rIns="90000" tIns="45000" bIns="45000" anchor="t">
            <a:spAutoFit/>
          </a:bodyPr>
          <a:p>
            <a:pPr>
              <a:lnSpc>
                <a:spcPct val="100000"/>
              </a:lnSpc>
            </a:pPr>
            <a:r>
              <a:rPr b="1" lang="es-MX" sz="2800" spc="-1" strike="noStrike">
                <a:solidFill>
                  <a:srgbClr val="ff0000"/>
                </a:solidFill>
                <a:latin typeface="Century Gothic"/>
                <a:ea typeface="DejaVu Sans"/>
              </a:rPr>
              <a:t>Residuales</a:t>
            </a:r>
            <a:endParaRPr b="0" lang="es-MX" sz="2800" spc="-1" strike="noStrike">
              <a:solidFill>
                <a:srgbClr val="000000"/>
              </a:solidFill>
              <a:latin typeface="Arial"/>
            </a:endParaRPr>
          </a:p>
        </p:txBody>
      </p:sp>
      <p:sp>
        <p:nvSpPr>
          <p:cNvPr id="663" name="Conector recto 3"/>
          <p:cNvSpPr/>
          <p:nvPr/>
        </p:nvSpPr>
        <p:spPr>
          <a:xfrm>
            <a:off x="7195320" y="593640"/>
            <a:ext cx="360" cy="603000"/>
          </a:xfrm>
          <a:prstGeom prst="line">
            <a:avLst/>
          </a:prstGeom>
          <a:ln w="31750">
            <a:solidFill>
              <a:srgbClr val="ff0000"/>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s-MX" sz="1800" spc="-1" strike="noStrike">
              <a:solidFill>
                <a:srgbClr val="000000"/>
              </a:solidFill>
              <a:latin typeface="Arial"/>
            </a:endParaRPr>
          </a:p>
        </p:txBody>
      </p:sp>
      <p:sp>
        <p:nvSpPr>
          <p:cNvPr id="664" name="Conector recto 34"/>
          <p:cNvSpPr/>
          <p:nvPr/>
        </p:nvSpPr>
        <p:spPr>
          <a:xfrm>
            <a:off x="3216240" y="4509000"/>
            <a:ext cx="360" cy="304920"/>
          </a:xfrm>
          <a:prstGeom prst="line">
            <a:avLst/>
          </a:prstGeom>
          <a:ln w="31750">
            <a:solidFill>
              <a:srgbClr val="ff0000"/>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662"/>
                                        </p:tgtEl>
                                        <p:attrNameLst>
                                          <p:attrName>style.visibility</p:attrName>
                                        </p:attrNameLst>
                                      </p:cBhvr>
                                      <p:to>
                                        <p:strVal val="visible"/>
                                      </p:to>
                                    </p:set>
                                  </p:childTnLst>
                                </p:cTn>
                              </p:par>
                              <p:par>
                                <p:cTn id="7" nodeType="withEffect" fill="hold" presetClass="entr" presetID="1">
                                  <p:stCondLst>
                                    <p:cond delay="0"/>
                                  </p:stCondLst>
                                  <p:childTnLst>
                                    <p:set>
                                      <p:cBhvr>
                                        <p:cTn id="8" dur="1" fill="hold">
                                          <p:stCondLst>
                                            <p:cond delay="0"/>
                                          </p:stCondLst>
                                        </p:cTn>
                                        <p:tgtEl>
                                          <p:spTgt spid="664"/>
                                        </p:tgtEl>
                                        <p:attrNameLst>
                                          <p:attrName>style.visibility</p:attrName>
                                        </p:attrNameLst>
                                      </p:cBhvr>
                                      <p:to>
                                        <p:strVal val="visible"/>
                                      </p:to>
                                    </p:set>
                                  </p:childTnLst>
                                </p:cTn>
                              </p:par>
                              <p:par>
                                <p:cTn id="9" nodeType="withEffect" fill="hold" presetClass="entr" presetID="1">
                                  <p:stCondLst>
                                    <p:cond delay="0"/>
                                  </p:stCondLst>
                                  <p:childTnLst>
                                    <p:set>
                                      <p:cBhvr>
                                        <p:cTn id="10" dur="1" fill="hold">
                                          <p:stCondLst>
                                            <p:cond delay="0"/>
                                          </p:stCondLst>
                                        </p:cTn>
                                        <p:tgtEl>
                                          <p:spTgt spid="6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 name="Forma libre 1"/>
          <p:cNvSpPr/>
          <p:nvPr/>
        </p:nvSpPr>
        <p:spPr>
          <a:xfrm>
            <a:off x="1536120" y="409680"/>
            <a:ext cx="6307200" cy="5047200"/>
          </a:xfrm>
          <a:custGeom>
            <a:avLst/>
            <a:gdLst>
              <a:gd name="textAreaLeft" fmla="*/ 0 w 6307200"/>
              <a:gd name="textAreaRight" fmla="*/ 6307560 w 6307200"/>
              <a:gd name="textAreaTop" fmla="*/ 0 h 5047200"/>
              <a:gd name="textAreaBottom" fmla="*/ 5047560 h 5047200"/>
            </a:gdLst>
            <a:ahLst/>
            <a:rect l="textAreaLeft" t="textAreaTop" r="textAreaRight" b="textAreaBottom"/>
            <a:pathLst>
              <a:path w="6309360" h="5049380">
                <a:moveTo>
                  <a:pt x="0" y="5012804"/>
                </a:moveTo>
                <a:cubicBezTo>
                  <a:pt x="90928" y="4901670"/>
                  <a:pt x="43549" y="4931593"/>
                  <a:pt x="118872" y="4893932"/>
                </a:cubicBezTo>
                <a:cubicBezTo>
                  <a:pt x="124968" y="4884788"/>
                  <a:pt x="128578" y="4873365"/>
                  <a:pt x="137160" y="4866500"/>
                </a:cubicBezTo>
                <a:cubicBezTo>
                  <a:pt x="144686" y="4860479"/>
                  <a:pt x="155733" y="4861153"/>
                  <a:pt x="164592" y="4857356"/>
                </a:cubicBezTo>
                <a:cubicBezTo>
                  <a:pt x="258774" y="4816992"/>
                  <a:pt x="131154" y="4862406"/>
                  <a:pt x="256032" y="4820780"/>
                </a:cubicBezTo>
                <a:cubicBezTo>
                  <a:pt x="265176" y="4817732"/>
                  <a:pt x="273957" y="4813221"/>
                  <a:pt x="283464" y="4811636"/>
                </a:cubicBezTo>
                <a:cubicBezTo>
                  <a:pt x="301752" y="4808588"/>
                  <a:pt x="320341" y="4806989"/>
                  <a:pt x="338328" y="4802492"/>
                </a:cubicBezTo>
                <a:cubicBezTo>
                  <a:pt x="357030" y="4797817"/>
                  <a:pt x="374904" y="4790300"/>
                  <a:pt x="393192" y="4784204"/>
                </a:cubicBezTo>
                <a:lnTo>
                  <a:pt x="420624" y="4775060"/>
                </a:lnTo>
                <a:lnTo>
                  <a:pt x="448056" y="4765916"/>
                </a:lnTo>
                <a:cubicBezTo>
                  <a:pt x="496824" y="4768964"/>
                  <a:pt x="546037" y="4767812"/>
                  <a:pt x="594360" y="4775060"/>
                </a:cubicBezTo>
                <a:cubicBezTo>
                  <a:pt x="663701" y="4785461"/>
                  <a:pt x="603022" y="4820619"/>
                  <a:pt x="685800" y="4848212"/>
                </a:cubicBezTo>
                <a:cubicBezTo>
                  <a:pt x="725672" y="4861503"/>
                  <a:pt x="739115" y="4860637"/>
                  <a:pt x="768096" y="4884788"/>
                </a:cubicBezTo>
                <a:cubicBezTo>
                  <a:pt x="778030" y="4893067"/>
                  <a:pt x="784300" y="4905804"/>
                  <a:pt x="795528" y="4912220"/>
                </a:cubicBezTo>
                <a:cubicBezTo>
                  <a:pt x="802829" y="4916392"/>
                  <a:pt x="874632" y="4929710"/>
                  <a:pt x="877824" y="4930508"/>
                </a:cubicBezTo>
                <a:cubicBezTo>
                  <a:pt x="887175" y="4932846"/>
                  <a:pt x="895805" y="4937762"/>
                  <a:pt x="905256" y="4939652"/>
                </a:cubicBezTo>
                <a:cubicBezTo>
                  <a:pt x="1069075" y="4972416"/>
                  <a:pt x="897410" y="4930832"/>
                  <a:pt x="1005840" y="4957940"/>
                </a:cubicBezTo>
                <a:cubicBezTo>
                  <a:pt x="1025596" y="4971110"/>
                  <a:pt x="1036613" y="4981930"/>
                  <a:pt x="1060704" y="4985372"/>
                </a:cubicBezTo>
                <a:cubicBezTo>
                  <a:pt x="1115351" y="4993179"/>
                  <a:pt x="1225296" y="5003660"/>
                  <a:pt x="1225296" y="5003660"/>
                </a:cubicBezTo>
                <a:cubicBezTo>
                  <a:pt x="1249680" y="5009756"/>
                  <a:pt x="1273802" y="5017019"/>
                  <a:pt x="1298448" y="5021948"/>
                </a:cubicBezTo>
                <a:cubicBezTo>
                  <a:pt x="1329875" y="5028233"/>
                  <a:pt x="1350613" y="5031627"/>
                  <a:pt x="1380744" y="5040236"/>
                </a:cubicBezTo>
                <a:cubicBezTo>
                  <a:pt x="1390012" y="5042884"/>
                  <a:pt x="1399032" y="5046332"/>
                  <a:pt x="1408176" y="5049380"/>
                </a:cubicBezTo>
                <a:cubicBezTo>
                  <a:pt x="1432560" y="5046332"/>
                  <a:pt x="1458234" y="5048634"/>
                  <a:pt x="1481328" y="5040236"/>
                </a:cubicBezTo>
                <a:cubicBezTo>
                  <a:pt x="1493481" y="5035817"/>
                  <a:pt x="1498826" y="5021083"/>
                  <a:pt x="1508760" y="5012804"/>
                </a:cubicBezTo>
                <a:cubicBezTo>
                  <a:pt x="1517203" y="5005769"/>
                  <a:pt x="1527048" y="5000612"/>
                  <a:pt x="1536192" y="4994516"/>
                </a:cubicBezTo>
                <a:cubicBezTo>
                  <a:pt x="1542288" y="4985372"/>
                  <a:pt x="1547445" y="4975527"/>
                  <a:pt x="1554480" y="4967084"/>
                </a:cubicBezTo>
                <a:cubicBezTo>
                  <a:pt x="1562759" y="4957150"/>
                  <a:pt x="1574396" y="4950175"/>
                  <a:pt x="1581912" y="4939652"/>
                </a:cubicBezTo>
                <a:cubicBezTo>
                  <a:pt x="1589835" y="4928560"/>
                  <a:pt x="1593437" y="4914911"/>
                  <a:pt x="1600200" y="4903076"/>
                </a:cubicBezTo>
                <a:cubicBezTo>
                  <a:pt x="1626887" y="4856374"/>
                  <a:pt x="1619037" y="4891737"/>
                  <a:pt x="1636776" y="4820780"/>
                </a:cubicBezTo>
                <a:cubicBezTo>
                  <a:pt x="1650595" y="4765502"/>
                  <a:pt x="1641946" y="4796126"/>
                  <a:pt x="1664208" y="4729340"/>
                </a:cubicBezTo>
                <a:lnTo>
                  <a:pt x="1673352" y="4701908"/>
                </a:lnTo>
                <a:cubicBezTo>
                  <a:pt x="1676400" y="4680572"/>
                  <a:pt x="1679648" y="4659264"/>
                  <a:pt x="1682496" y="4637900"/>
                </a:cubicBezTo>
                <a:cubicBezTo>
                  <a:pt x="1685744" y="4613542"/>
                  <a:pt x="1679706" y="4586229"/>
                  <a:pt x="1691640" y="4564748"/>
                </a:cubicBezTo>
                <a:cubicBezTo>
                  <a:pt x="1697743" y="4553762"/>
                  <a:pt x="1716132" y="4559056"/>
                  <a:pt x="1728216" y="4555604"/>
                </a:cubicBezTo>
                <a:cubicBezTo>
                  <a:pt x="1737484" y="4552956"/>
                  <a:pt x="1746504" y="4549508"/>
                  <a:pt x="1755648" y="4546460"/>
                </a:cubicBezTo>
                <a:cubicBezTo>
                  <a:pt x="1813560" y="4552556"/>
                  <a:pt x="1872013" y="4554770"/>
                  <a:pt x="1929384" y="4564748"/>
                </a:cubicBezTo>
                <a:cubicBezTo>
                  <a:pt x="1942813" y="4567084"/>
                  <a:pt x="1953431" y="4577666"/>
                  <a:pt x="1965960" y="4583036"/>
                </a:cubicBezTo>
                <a:cubicBezTo>
                  <a:pt x="1974819" y="4586833"/>
                  <a:pt x="1984248" y="4589132"/>
                  <a:pt x="1993392" y="4592180"/>
                </a:cubicBezTo>
                <a:cubicBezTo>
                  <a:pt x="2058742" y="4690205"/>
                  <a:pt x="1956972" y="4541435"/>
                  <a:pt x="2039112" y="4647044"/>
                </a:cubicBezTo>
                <a:cubicBezTo>
                  <a:pt x="2052606" y="4664394"/>
                  <a:pt x="2063496" y="4683620"/>
                  <a:pt x="2075688" y="4701908"/>
                </a:cubicBezTo>
                <a:cubicBezTo>
                  <a:pt x="2081784" y="4711052"/>
                  <a:pt x="2083550" y="4725865"/>
                  <a:pt x="2093976" y="4729340"/>
                </a:cubicBezTo>
                <a:lnTo>
                  <a:pt x="2121408" y="4738484"/>
                </a:lnTo>
                <a:cubicBezTo>
                  <a:pt x="2157984" y="4735436"/>
                  <a:pt x="2198308" y="4745754"/>
                  <a:pt x="2231136" y="4729340"/>
                </a:cubicBezTo>
                <a:cubicBezTo>
                  <a:pt x="2248378" y="4720719"/>
                  <a:pt x="2244749" y="4693178"/>
                  <a:pt x="2249424" y="4674476"/>
                </a:cubicBezTo>
                <a:cubicBezTo>
                  <a:pt x="2252472" y="4662284"/>
                  <a:pt x="2255842" y="4650168"/>
                  <a:pt x="2258568" y="4637900"/>
                </a:cubicBezTo>
                <a:cubicBezTo>
                  <a:pt x="2261939" y="4622728"/>
                  <a:pt x="2262255" y="4606732"/>
                  <a:pt x="2267712" y="4592180"/>
                </a:cubicBezTo>
                <a:cubicBezTo>
                  <a:pt x="2271571" y="4581890"/>
                  <a:pt x="2279904" y="4573892"/>
                  <a:pt x="2286000" y="4564748"/>
                </a:cubicBezTo>
                <a:cubicBezTo>
                  <a:pt x="2289048" y="4537316"/>
                  <a:pt x="2288450" y="4509229"/>
                  <a:pt x="2295144" y="4482452"/>
                </a:cubicBezTo>
                <a:cubicBezTo>
                  <a:pt x="2297809" y="4471790"/>
                  <a:pt x="2309676" y="4465348"/>
                  <a:pt x="2313432" y="4455020"/>
                </a:cubicBezTo>
                <a:cubicBezTo>
                  <a:pt x="2322022" y="4431399"/>
                  <a:pt x="2326791" y="4406514"/>
                  <a:pt x="2331720" y="4381868"/>
                </a:cubicBezTo>
                <a:cubicBezTo>
                  <a:pt x="2334768" y="4366628"/>
                  <a:pt x="2335407" y="4350700"/>
                  <a:pt x="2340864" y="4336148"/>
                </a:cubicBezTo>
                <a:cubicBezTo>
                  <a:pt x="2344723" y="4325858"/>
                  <a:pt x="2353056" y="4317860"/>
                  <a:pt x="2359152" y="4308716"/>
                </a:cubicBezTo>
                <a:cubicBezTo>
                  <a:pt x="2360215" y="4301277"/>
                  <a:pt x="2368817" y="4225378"/>
                  <a:pt x="2377440" y="4208132"/>
                </a:cubicBezTo>
                <a:cubicBezTo>
                  <a:pt x="2384256" y="4194501"/>
                  <a:pt x="2395728" y="4183748"/>
                  <a:pt x="2404872" y="4171556"/>
                </a:cubicBezTo>
                <a:cubicBezTo>
                  <a:pt x="2407802" y="4159837"/>
                  <a:pt x="2416601" y="4120666"/>
                  <a:pt x="2423160" y="4107548"/>
                </a:cubicBezTo>
                <a:cubicBezTo>
                  <a:pt x="2428075" y="4097718"/>
                  <a:pt x="2435996" y="4089658"/>
                  <a:pt x="2441448" y="4080116"/>
                </a:cubicBezTo>
                <a:cubicBezTo>
                  <a:pt x="2448211" y="4068281"/>
                  <a:pt x="2454366" y="4056069"/>
                  <a:pt x="2459736" y="4043540"/>
                </a:cubicBezTo>
                <a:cubicBezTo>
                  <a:pt x="2463533" y="4034681"/>
                  <a:pt x="2463533" y="4024128"/>
                  <a:pt x="2468880" y="4016108"/>
                </a:cubicBezTo>
                <a:cubicBezTo>
                  <a:pt x="2476053" y="4005348"/>
                  <a:pt x="2487168" y="3997820"/>
                  <a:pt x="2496312" y="3988676"/>
                </a:cubicBezTo>
                <a:cubicBezTo>
                  <a:pt x="2521297" y="3913721"/>
                  <a:pt x="2478081" y="4029739"/>
                  <a:pt x="2560320" y="3906380"/>
                </a:cubicBezTo>
                <a:cubicBezTo>
                  <a:pt x="2593848" y="3856088"/>
                  <a:pt x="2560320" y="3898760"/>
                  <a:pt x="2606040" y="3860660"/>
                </a:cubicBezTo>
                <a:cubicBezTo>
                  <a:pt x="2615974" y="3852381"/>
                  <a:pt x="2623264" y="3841167"/>
                  <a:pt x="2633472" y="3833228"/>
                </a:cubicBezTo>
                <a:cubicBezTo>
                  <a:pt x="2650822" y="3819734"/>
                  <a:pt x="2688336" y="3796652"/>
                  <a:pt x="2688336" y="3796652"/>
                </a:cubicBezTo>
                <a:cubicBezTo>
                  <a:pt x="2701830" y="3776410"/>
                  <a:pt x="2712934" y="3755869"/>
                  <a:pt x="2734056" y="3741788"/>
                </a:cubicBezTo>
                <a:cubicBezTo>
                  <a:pt x="2816536" y="3686801"/>
                  <a:pt x="2702591" y="3786297"/>
                  <a:pt x="2788920" y="3714356"/>
                </a:cubicBezTo>
                <a:cubicBezTo>
                  <a:pt x="2798854" y="3706077"/>
                  <a:pt x="2806534" y="3695340"/>
                  <a:pt x="2816352" y="3686924"/>
                </a:cubicBezTo>
                <a:cubicBezTo>
                  <a:pt x="2822151" y="3681954"/>
                  <a:pt x="2868781" y="3646993"/>
                  <a:pt x="2880360" y="3641204"/>
                </a:cubicBezTo>
                <a:cubicBezTo>
                  <a:pt x="2888981" y="3636893"/>
                  <a:pt x="2898648" y="3635108"/>
                  <a:pt x="2907792" y="3632060"/>
                </a:cubicBezTo>
                <a:cubicBezTo>
                  <a:pt x="2970427" y="3569425"/>
                  <a:pt x="2948310" y="3598715"/>
                  <a:pt x="2980944" y="3549764"/>
                </a:cubicBezTo>
                <a:cubicBezTo>
                  <a:pt x="2983992" y="3537572"/>
                  <a:pt x="2985138" y="3524739"/>
                  <a:pt x="2990088" y="3513188"/>
                </a:cubicBezTo>
                <a:cubicBezTo>
                  <a:pt x="3021300" y="3440360"/>
                  <a:pt x="2998255" y="3528963"/>
                  <a:pt x="3017520" y="3458324"/>
                </a:cubicBezTo>
                <a:cubicBezTo>
                  <a:pt x="3066012" y="3280520"/>
                  <a:pt x="3004567" y="3468532"/>
                  <a:pt x="3063240" y="3339452"/>
                </a:cubicBezTo>
                <a:cubicBezTo>
                  <a:pt x="3109876" y="3236854"/>
                  <a:pt x="3056656" y="3321897"/>
                  <a:pt x="3099816" y="3257156"/>
                </a:cubicBezTo>
                <a:cubicBezTo>
                  <a:pt x="3102864" y="3244964"/>
                  <a:pt x="3106495" y="3232903"/>
                  <a:pt x="3108960" y="3220580"/>
                </a:cubicBezTo>
                <a:cubicBezTo>
                  <a:pt x="3112596" y="3202400"/>
                  <a:pt x="3112241" y="3183305"/>
                  <a:pt x="3118104" y="3165716"/>
                </a:cubicBezTo>
                <a:cubicBezTo>
                  <a:pt x="3121579" y="3155290"/>
                  <a:pt x="3131477" y="3148114"/>
                  <a:pt x="3136392" y="3138284"/>
                </a:cubicBezTo>
                <a:cubicBezTo>
                  <a:pt x="3155863" y="3099342"/>
                  <a:pt x="3132377" y="3120108"/>
                  <a:pt x="3163824" y="3083420"/>
                </a:cubicBezTo>
                <a:cubicBezTo>
                  <a:pt x="3175045" y="3070329"/>
                  <a:pt x="3185615" y="3055715"/>
                  <a:pt x="3200400" y="3046844"/>
                </a:cubicBezTo>
                <a:cubicBezTo>
                  <a:pt x="3216930" y="3036926"/>
                  <a:pt x="3255264" y="3028556"/>
                  <a:pt x="3255264" y="3028556"/>
                </a:cubicBezTo>
                <a:cubicBezTo>
                  <a:pt x="3343798" y="2962156"/>
                  <a:pt x="3231167" y="3040604"/>
                  <a:pt x="3346704" y="2982836"/>
                </a:cubicBezTo>
                <a:cubicBezTo>
                  <a:pt x="3364992" y="2973692"/>
                  <a:pt x="3381812" y="2960672"/>
                  <a:pt x="3401568" y="2955404"/>
                </a:cubicBezTo>
                <a:cubicBezTo>
                  <a:pt x="3428237" y="2948292"/>
                  <a:pt x="3456432" y="2949308"/>
                  <a:pt x="3483864" y="2946260"/>
                </a:cubicBezTo>
                <a:cubicBezTo>
                  <a:pt x="3532632" y="2873108"/>
                  <a:pt x="3468624" y="2961500"/>
                  <a:pt x="3529584" y="2900540"/>
                </a:cubicBezTo>
                <a:cubicBezTo>
                  <a:pt x="3590544" y="2839580"/>
                  <a:pt x="3502152" y="2903588"/>
                  <a:pt x="3575304" y="2854820"/>
                </a:cubicBezTo>
                <a:cubicBezTo>
                  <a:pt x="3581400" y="2845676"/>
                  <a:pt x="3588677" y="2837218"/>
                  <a:pt x="3593592" y="2827388"/>
                </a:cubicBezTo>
                <a:cubicBezTo>
                  <a:pt x="3597903" y="2818767"/>
                  <a:pt x="3600200" y="2809255"/>
                  <a:pt x="3602736" y="2799956"/>
                </a:cubicBezTo>
                <a:cubicBezTo>
                  <a:pt x="3609349" y="2775707"/>
                  <a:pt x="3611123" y="2749906"/>
                  <a:pt x="3621024" y="2726804"/>
                </a:cubicBezTo>
                <a:lnTo>
                  <a:pt x="3648456" y="2662796"/>
                </a:lnTo>
                <a:cubicBezTo>
                  <a:pt x="3653933" y="2613505"/>
                  <a:pt x="3640471" y="2578532"/>
                  <a:pt x="3685032" y="2553068"/>
                </a:cubicBezTo>
                <a:cubicBezTo>
                  <a:pt x="3695943" y="2546833"/>
                  <a:pt x="3709416" y="2546972"/>
                  <a:pt x="3721608" y="2543924"/>
                </a:cubicBezTo>
                <a:cubicBezTo>
                  <a:pt x="3730752" y="2550020"/>
                  <a:pt x="3739210" y="2557297"/>
                  <a:pt x="3749040" y="2562212"/>
                </a:cubicBezTo>
                <a:cubicBezTo>
                  <a:pt x="3757661" y="2566523"/>
                  <a:pt x="3768046" y="2566675"/>
                  <a:pt x="3776472" y="2571356"/>
                </a:cubicBezTo>
                <a:cubicBezTo>
                  <a:pt x="3795685" y="2582030"/>
                  <a:pt x="3815794" y="2592390"/>
                  <a:pt x="3831336" y="2607932"/>
                </a:cubicBezTo>
                <a:cubicBezTo>
                  <a:pt x="3840480" y="2617076"/>
                  <a:pt x="3848008" y="2628191"/>
                  <a:pt x="3858768" y="2635364"/>
                </a:cubicBezTo>
                <a:cubicBezTo>
                  <a:pt x="3866788" y="2640711"/>
                  <a:pt x="3877341" y="2640711"/>
                  <a:pt x="3886200" y="2644508"/>
                </a:cubicBezTo>
                <a:cubicBezTo>
                  <a:pt x="3898729" y="2649878"/>
                  <a:pt x="3910584" y="2656700"/>
                  <a:pt x="3922776" y="2662796"/>
                </a:cubicBezTo>
                <a:cubicBezTo>
                  <a:pt x="3934968" y="2681084"/>
                  <a:pt x="3941064" y="2705468"/>
                  <a:pt x="3959352" y="2717660"/>
                </a:cubicBezTo>
                <a:lnTo>
                  <a:pt x="4014216" y="2754236"/>
                </a:lnTo>
                <a:cubicBezTo>
                  <a:pt x="4093464" y="2751188"/>
                  <a:pt x="4172841" y="2750548"/>
                  <a:pt x="4251960" y="2745092"/>
                </a:cubicBezTo>
                <a:cubicBezTo>
                  <a:pt x="4283846" y="2742893"/>
                  <a:pt x="4283060" y="2727960"/>
                  <a:pt x="4306824" y="2708516"/>
                </a:cubicBezTo>
                <a:cubicBezTo>
                  <a:pt x="4330414" y="2689215"/>
                  <a:pt x="4354615" y="2670559"/>
                  <a:pt x="4379976" y="2653652"/>
                </a:cubicBezTo>
                <a:cubicBezTo>
                  <a:pt x="4389120" y="2647556"/>
                  <a:pt x="4397578" y="2640279"/>
                  <a:pt x="4407408" y="2635364"/>
                </a:cubicBezTo>
                <a:cubicBezTo>
                  <a:pt x="4416029" y="2631053"/>
                  <a:pt x="4425696" y="2629268"/>
                  <a:pt x="4434840" y="2626220"/>
                </a:cubicBezTo>
                <a:cubicBezTo>
                  <a:pt x="4440936" y="2617076"/>
                  <a:pt x="4448799" y="2608889"/>
                  <a:pt x="4453128" y="2598788"/>
                </a:cubicBezTo>
                <a:cubicBezTo>
                  <a:pt x="4458078" y="2587237"/>
                  <a:pt x="4460024" y="2574577"/>
                  <a:pt x="4462272" y="2562212"/>
                </a:cubicBezTo>
                <a:cubicBezTo>
                  <a:pt x="4466127" y="2541007"/>
                  <a:pt x="4468743" y="2519590"/>
                  <a:pt x="4471416" y="2498204"/>
                </a:cubicBezTo>
                <a:cubicBezTo>
                  <a:pt x="4474839" y="2470816"/>
                  <a:pt x="4475473" y="2443036"/>
                  <a:pt x="4480560" y="2415908"/>
                </a:cubicBezTo>
                <a:cubicBezTo>
                  <a:pt x="4484649" y="2394098"/>
                  <a:pt x="4492752" y="2373236"/>
                  <a:pt x="4498848" y="2351900"/>
                </a:cubicBezTo>
                <a:cubicBezTo>
                  <a:pt x="4506269" y="2292530"/>
                  <a:pt x="4503710" y="2289162"/>
                  <a:pt x="4517136" y="2242172"/>
                </a:cubicBezTo>
                <a:cubicBezTo>
                  <a:pt x="4519784" y="2232904"/>
                  <a:pt x="4521969" y="2223361"/>
                  <a:pt x="4526280" y="2214740"/>
                </a:cubicBezTo>
                <a:cubicBezTo>
                  <a:pt x="4531195" y="2204910"/>
                  <a:pt x="4538472" y="2196452"/>
                  <a:pt x="4544568" y="2187308"/>
                </a:cubicBezTo>
                <a:cubicBezTo>
                  <a:pt x="4545595" y="2181145"/>
                  <a:pt x="4559022" y="2096948"/>
                  <a:pt x="4562856" y="2086724"/>
                </a:cubicBezTo>
                <a:cubicBezTo>
                  <a:pt x="4566715" y="2076434"/>
                  <a:pt x="4576681" y="2069335"/>
                  <a:pt x="4581144" y="2059292"/>
                </a:cubicBezTo>
                <a:cubicBezTo>
                  <a:pt x="4588973" y="2041676"/>
                  <a:pt x="4593336" y="2022716"/>
                  <a:pt x="4599432" y="2004428"/>
                </a:cubicBezTo>
                <a:lnTo>
                  <a:pt x="4599432" y="2004428"/>
                </a:lnTo>
                <a:cubicBezTo>
                  <a:pt x="4602480" y="1992236"/>
                  <a:pt x="4606111" y="1980175"/>
                  <a:pt x="4608576" y="1967852"/>
                </a:cubicBezTo>
                <a:cubicBezTo>
                  <a:pt x="4612212" y="1949672"/>
                  <a:pt x="4613698" y="1931087"/>
                  <a:pt x="4617720" y="1912988"/>
                </a:cubicBezTo>
                <a:cubicBezTo>
                  <a:pt x="4619811" y="1903579"/>
                  <a:pt x="4623816" y="1894700"/>
                  <a:pt x="4626864" y="1885556"/>
                </a:cubicBezTo>
                <a:cubicBezTo>
                  <a:pt x="4629912" y="1852028"/>
                  <a:pt x="4632658" y="1818471"/>
                  <a:pt x="4636008" y="1784972"/>
                </a:cubicBezTo>
                <a:cubicBezTo>
                  <a:pt x="4638754" y="1757508"/>
                  <a:pt x="4643774" y="1730242"/>
                  <a:pt x="4645152" y="1702676"/>
                </a:cubicBezTo>
                <a:cubicBezTo>
                  <a:pt x="4649873" y="1608257"/>
                  <a:pt x="4648745" y="1513586"/>
                  <a:pt x="4654296" y="1419212"/>
                </a:cubicBezTo>
                <a:cubicBezTo>
                  <a:pt x="4654862" y="1409590"/>
                  <a:pt x="4660792" y="1401048"/>
                  <a:pt x="4663440" y="1391780"/>
                </a:cubicBezTo>
                <a:cubicBezTo>
                  <a:pt x="4666892" y="1379696"/>
                  <a:pt x="4664733" y="1365017"/>
                  <a:pt x="4672584" y="1355204"/>
                </a:cubicBezTo>
                <a:cubicBezTo>
                  <a:pt x="4678605" y="1347678"/>
                  <a:pt x="4690872" y="1349108"/>
                  <a:pt x="4700016" y="1346060"/>
                </a:cubicBezTo>
                <a:cubicBezTo>
                  <a:pt x="4727997" y="1353055"/>
                  <a:pt x="4742975" y="1352443"/>
                  <a:pt x="4764024" y="1373492"/>
                </a:cubicBezTo>
                <a:cubicBezTo>
                  <a:pt x="4824984" y="1434452"/>
                  <a:pt x="4736592" y="1370444"/>
                  <a:pt x="4809744" y="1419212"/>
                </a:cubicBezTo>
                <a:cubicBezTo>
                  <a:pt x="4812792" y="1428356"/>
                  <a:pt x="4812867" y="1439118"/>
                  <a:pt x="4818888" y="1446644"/>
                </a:cubicBezTo>
                <a:cubicBezTo>
                  <a:pt x="4825753" y="1455226"/>
                  <a:pt x="4837877" y="1457897"/>
                  <a:pt x="4846320" y="1464932"/>
                </a:cubicBezTo>
                <a:cubicBezTo>
                  <a:pt x="4856254" y="1473211"/>
                  <a:pt x="4865336" y="1482546"/>
                  <a:pt x="4873752" y="1492364"/>
                </a:cubicBezTo>
                <a:cubicBezTo>
                  <a:pt x="4883670" y="1503935"/>
                  <a:pt x="4888205" y="1520953"/>
                  <a:pt x="4901184" y="1528940"/>
                </a:cubicBezTo>
                <a:cubicBezTo>
                  <a:pt x="4957684" y="1563709"/>
                  <a:pt x="4989698" y="1565028"/>
                  <a:pt x="5047488" y="1574660"/>
                </a:cubicBezTo>
                <a:cubicBezTo>
                  <a:pt x="5111496" y="1568564"/>
                  <a:pt x="5176022" y="1566530"/>
                  <a:pt x="5239512" y="1556372"/>
                </a:cubicBezTo>
                <a:cubicBezTo>
                  <a:pt x="5286707" y="1548821"/>
                  <a:pt x="5271565" y="1533443"/>
                  <a:pt x="5294376" y="1501508"/>
                </a:cubicBezTo>
                <a:cubicBezTo>
                  <a:pt x="5356160" y="1415010"/>
                  <a:pt x="5289974" y="1537744"/>
                  <a:pt x="5340096" y="1437500"/>
                </a:cubicBezTo>
                <a:cubicBezTo>
                  <a:pt x="5345317" y="1411397"/>
                  <a:pt x="5350636" y="1381031"/>
                  <a:pt x="5358384" y="1355204"/>
                </a:cubicBezTo>
                <a:cubicBezTo>
                  <a:pt x="5363923" y="1336740"/>
                  <a:pt x="5372891" y="1319243"/>
                  <a:pt x="5376672" y="1300340"/>
                </a:cubicBezTo>
                <a:cubicBezTo>
                  <a:pt x="5379720" y="1285100"/>
                  <a:pt x="5381350" y="1269506"/>
                  <a:pt x="5385816" y="1254620"/>
                </a:cubicBezTo>
                <a:cubicBezTo>
                  <a:pt x="5390533" y="1238898"/>
                  <a:pt x="5399277" y="1224588"/>
                  <a:pt x="5404104" y="1208900"/>
                </a:cubicBezTo>
                <a:cubicBezTo>
                  <a:pt x="5411496" y="1184877"/>
                  <a:pt x="5416296" y="1160132"/>
                  <a:pt x="5422392" y="1135748"/>
                </a:cubicBezTo>
                <a:cubicBezTo>
                  <a:pt x="5425440" y="1123556"/>
                  <a:pt x="5424565" y="1109629"/>
                  <a:pt x="5431536" y="1099172"/>
                </a:cubicBezTo>
                <a:lnTo>
                  <a:pt x="5449824" y="1071740"/>
                </a:lnTo>
                <a:cubicBezTo>
                  <a:pt x="5452872" y="1053452"/>
                  <a:pt x="5455332" y="1035056"/>
                  <a:pt x="5458968" y="1016876"/>
                </a:cubicBezTo>
                <a:cubicBezTo>
                  <a:pt x="5461433" y="1004553"/>
                  <a:pt x="5465647" y="992623"/>
                  <a:pt x="5468112" y="980300"/>
                </a:cubicBezTo>
                <a:cubicBezTo>
                  <a:pt x="5471748" y="962120"/>
                  <a:pt x="5471804" y="943156"/>
                  <a:pt x="5477256" y="925436"/>
                </a:cubicBezTo>
                <a:cubicBezTo>
                  <a:pt x="5484083" y="903250"/>
                  <a:pt x="5496067" y="882981"/>
                  <a:pt x="5504688" y="861428"/>
                </a:cubicBezTo>
                <a:cubicBezTo>
                  <a:pt x="5508268" y="852479"/>
                  <a:pt x="5510448" y="843021"/>
                  <a:pt x="5513832" y="833996"/>
                </a:cubicBezTo>
                <a:cubicBezTo>
                  <a:pt x="5519595" y="818627"/>
                  <a:pt x="5526024" y="803516"/>
                  <a:pt x="5532120" y="788276"/>
                </a:cubicBezTo>
                <a:cubicBezTo>
                  <a:pt x="5535168" y="754748"/>
                  <a:pt x="5537088" y="721098"/>
                  <a:pt x="5541264" y="687692"/>
                </a:cubicBezTo>
                <a:cubicBezTo>
                  <a:pt x="5543192" y="672270"/>
                  <a:pt x="5548130" y="657346"/>
                  <a:pt x="5550408" y="641972"/>
                </a:cubicBezTo>
                <a:cubicBezTo>
                  <a:pt x="5560326" y="575026"/>
                  <a:pt x="5561426" y="506460"/>
                  <a:pt x="5577840" y="440804"/>
                </a:cubicBezTo>
                <a:cubicBezTo>
                  <a:pt x="5580888" y="428612"/>
                  <a:pt x="5584258" y="416496"/>
                  <a:pt x="5586984" y="404228"/>
                </a:cubicBezTo>
                <a:cubicBezTo>
                  <a:pt x="5594442" y="370667"/>
                  <a:pt x="5595715" y="353790"/>
                  <a:pt x="5605272" y="321932"/>
                </a:cubicBezTo>
                <a:cubicBezTo>
                  <a:pt x="5610811" y="303468"/>
                  <a:pt x="5618885" y="285770"/>
                  <a:pt x="5623560" y="267068"/>
                </a:cubicBezTo>
                <a:cubicBezTo>
                  <a:pt x="5636573" y="215016"/>
                  <a:pt x="5624680" y="245158"/>
                  <a:pt x="5650992" y="203060"/>
                </a:cubicBezTo>
                <a:cubicBezTo>
                  <a:pt x="5660412" y="187989"/>
                  <a:pt x="5666858" y="170834"/>
                  <a:pt x="5678424" y="157340"/>
                </a:cubicBezTo>
                <a:cubicBezTo>
                  <a:pt x="5687311" y="146972"/>
                  <a:pt x="5733096" y="124765"/>
                  <a:pt x="5742432" y="120764"/>
                </a:cubicBezTo>
                <a:cubicBezTo>
                  <a:pt x="5751291" y="116967"/>
                  <a:pt x="5761438" y="116301"/>
                  <a:pt x="5769864" y="111620"/>
                </a:cubicBezTo>
                <a:cubicBezTo>
                  <a:pt x="5789077" y="100946"/>
                  <a:pt x="5803876" y="81995"/>
                  <a:pt x="5824728" y="75044"/>
                </a:cubicBezTo>
                <a:cubicBezTo>
                  <a:pt x="5966272" y="27863"/>
                  <a:pt x="5820081" y="81940"/>
                  <a:pt x="5907024" y="38468"/>
                </a:cubicBezTo>
                <a:cubicBezTo>
                  <a:pt x="5927926" y="28017"/>
                  <a:pt x="5959308" y="25397"/>
                  <a:pt x="5980176" y="20180"/>
                </a:cubicBezTo>
                <a:cubicBezTo>
                  <a:pt x="5989527" y="17842"/>
                  <a:pt x="5998101" y="12621"/>
                  <a:pt x="6007608" y="11036"/>
                </a:cubicBezTo>
                <a:cubicBezTo>
                  <a:pt x="6110942" y="-6186"/>
                  <a:pt x="6199239" y="1892"/>
                  <a:pt x="6309360" y="1892"/>
                </a:cubicBezTo>
              </a:path>
            </a:pathLst>
          </a:custGeom>
          <a:noFill/>
          <a:ln w="101600">
            <a:solidFill>
              <a:srgbClr val="00b0f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66" name="Straight Connector 2"/>
          <p:cNvSpPr/>
          <p:nvPr/>
        </p:nvSpPr>
        <p:spPr>
          <a:xfrm>
            <a:off x="1432080" y="256680"/>
            <a:ext cx="360" cy="5971320"/>
          </a:xfrm>
          <a:prstGeom prst="line">
            <a:avLst/>
          </a:prstGeom>
          <a:ln w="57150">
            <a:solidFill>
              <a:srgbClr val="2c2900"/>
            </a:solidFill>
            <a:round/>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es-MX" sz="1800" spc="-1" strike="noStrike">
              <a:solidFill>
                <a:srgbClr val="000000"/>
              </a:solidFill>
              <a:latin typeface="Arial"/>
            </a:endParaRPr>
          </a:p>
        </p:txBody>
      </p:sp>
      <p:sp>
        <p:nvSpPr>
          <p:cNvPr id="667" name="Straight Connector 4"/>
          <p:cNvSpPr/>
          <p:nvPr/>
        </p:nvSpPr>
        <p:spPr>
          <a:xfrm>
            <a:off x="1432080" y="6228000"/>
            <a:ext cx="6472080" cy="360"/>
          </a:xfrm>
          <a:prstGeom prst="line">
            <a:avLst/>
          </a:prstGeom>
          <a:ln w="57150">
            <a:solidFill>
              <a:srgbClr val="2c2900"/>
            </a:solidFill>
            <a:round/>
          </a:ln>
        </p:spPr>
        <p:style>
          <a:lnRef idx="2">
            <a:schemeClr val="accent1"/>
          </a:lnRef>
          <a:fillRef idx="0">
            <a:schemeClr val="accent1"/>
          </a:fillRef>
          <a:effectRef idx="1">
            <a:schemeClr val="accent1"/>
          </a:effectRef>
          <a:fontRef idx="minor"/>
        </p:style>
        <p:txBody>
          <a:bodyPr lIns="90000" rIns="90000" tIns="-44640" bIns="-44640" anchor="t" anchorCtr="1">
            <a:noAutofit/>
          </a:bodyPr>
          <a:p>
            <a:endParaRPr b="0" lang="es-MX" sz="1800" spc="-1" strike="noStrike">
              <a:solidFill>
                <a:srgbClr val="000000"/>
              </a:solidFill>
              <a:latin typeface="Arial"/>
            </a:endParaRPr>
          </a:p>
        </p:txBody>
      </p:sp>
      <p:sp>
        <p:nvSpPr>
          <p:cNvPr id="668" name="TextBox 5"/>
          <p:cNvSpPr/>
          <p:nvPr/>
        </p:nvSpPr>
        <p:spPr>
          <a:xfrm>
            <a:off x="2604600" y="6259680"/>
            <a:ext cx="393300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800" spc="-1" strike="noStrike">
                <a:solidFill>
                  <a:srgbClr val="2c2900"/>
                </a:solidFill>
                <a:latin typeface="Century Gothic"/>
                <a:ea typeface="DejaVu Sans"/>
              </a:rPr>
              <a:t>Independent variables</a:t>
            </a:r>
            <a:endParaRPr b="0" lang="es-MX" sz="2800" spc="-1" strike="noStrike">
              <a:solidFill>
                <a:srgbClr val="000000"/>
              </a:solidFill>
              <a:latin typeface="Arial"/>
            </a:endParaRPr>
          </a:p>
        </p:txBody>
      </p:sp>
      <p:sp>
        <p:nvSpPr>
          <p:cNvPr id="669" name="TextBox 6"/>
          <p:cNvSpPr/>
          <p:nvPr/>
        </p:nvSpPr>
        <p:spPr>
          <a:xfrm rot="16200000">
            <a:off x="-641520" y="2962440"/>
            <a:ext cx="327132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800" spc="-1" strike="noStrike">
                <a:solidFill>
                  <a:srgbClr val="2c2900"/>
                </a:solidFill>
                <a:latin typeface="Century Gothic"/>
                <a:ea typeface="DejaVu Sans"/>
              </a:rPr>
              <a:t>Modeled response</a:t>
            </a:r>
            <a:endParaRPr b="0" lang="es-MX" sz="2800" spc="-1" strike="noStrike">
              <a:solidFill>
                <a:srgbClr val="000000"/>
              </a:solidFill>
              <a:latin typeface="Arial"/>
            </a:endParaRPr>
          </a:p>
        </p:txBody>
      </p:sp>
      <p:sp>
        <p:nvSpPr>
          <p:cNvPr id="670" name="Oval 7"/>
          <p:cNvSpPr/>
          <p:nvPr/>
        </p:nvSpPr>
        <p:spPr>
          <a:xfrm>
            <a:off x="1864440" y="50605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71" name="Oval 8"/>
          <p:cNvSpPr/>
          <p:nvPr/>
        </p:nvSpPr>
        <p:spPr>
          <a:xfrm>
            <a:off x="2810160" y="540360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72" name="Oval 9"/>
          <p:cNvSpPr/>
          <p:nvPr/>
        </p:nvSpPr>
        <p:spPr>
          <a:xfrm>
            <a:off x="3142080" y="48139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73" name="Oval 10"/>
          <p:cNvSpPr/>
          <p:nvPr/>
        </p:nvSpPr>
        <p:spPr>
          <a:xfrm>
            <a:off x="3619080" y="504504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74" name="Oval 11"/>
          <p:cNvSpPr/>
          <p:nvPr/>
        </p:nvSpPr>
        <p:spPr>
          <a:xfrm>
            <a:off x="3992400" y="420444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75" name="Oval 12"/>
          <p:cNvSpPr/>
          <p:nvPr/>
        </p:nvSpPr>
        <p:spPr>
          <a:xfrm>
            <a:off x="4585680" y="342900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76" name="Oval 13"/>
          <p:cNvSpPr/>
          <p:nvPr/>
        </p:nvSpPr>
        <p:spPr>
          <a:xfrm>
            <a:off x="5004000" y="3276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77" name="Oval 14"/>
          <p:cNvSpPr/>
          <p:nvPr/>
        </p:nvSpPr>
        <p:spPr>
          <a:xfrm>
            <a:off x="5187960" y="28324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78" name="Oval 15"/>
          <p:cNvSpPr/>
          <p:nvPr/>
        </p:nvSpPr>
        <p:spPr>
          <a:xfrm>
            <a:off x="7733520" y="3193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79" name="Oval 16"/>
          <p:cNvSpPr/>
          <p:nvPr/>
        </p:nvSpPr>
        <p:spPr>
          <a:xfrm>
            <a:off x="5492520" y="3123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80" name="Oval 17"/>
          <p:cNvSpPr/>
          <p:nvPr/>
        </p:nvSpPr>
        <p:spPr>
          <a:xfrm>
            <a:off x="6147000" y="16153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81" name="Oval 19"/>
          <p:cNvSpPr/>
          <p:nvPr/>
        </p:nvSpPr>
        <p:spPr>
          <a:xfrm>
            <a:off x="6868080" y="14626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82" name="Oval 20"/>
          <p:cNvSpPr/>
          <p:nvPr/>
        </p:nvSpPr>
        <p:spPr>
          <a:xfrm>
            <a:off x="5953680" y="27561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83" name="Oval 21"/>
          <p:cNvSpPr/>
          <p:nvPr/>
        </p:nvSpPr>
        <p:spPr>
          <a:xfrm>
            <a:off x="1444680" y="5327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84" name="Oval 22"/>
          <p:cNvSpPr/>
          <p:nvPr/>
        </p:nvSpPr>
        <p:spPr>
          <a:xfrm>
            <a:off x="7121160" y="441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85" name="Oval 23"/>
          <p:cNvSpPr/>
          <p:nvPr/>
        </p:nvSpPr>
        <p:spPr>
          <a:xfrm>
            <a:off x="6559560" y="1961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86" name="Oval 24"/>
          <p:cNvSpPr/>
          <p:nvPr/>
        </p:nvSpPr>
        <p:spPr>
          <a:xfrm>
            <a:off x="2374560" y="52509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87" name="Oval 25"/>
          <p:cNvSpPr/>
          <p:nvPr/>
        </p:nvSpPr>
        <p:spPr>
          <a:xfrm>
            <a:off x="3780000" y="46749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88" name="Oval 26"/>
          <p:cNvSpPr/>
          <p:nvPr/>
        </p:nvSpPr>
        <p:spPr>
          <a:xfrm>
            <a:off x="6039360" y="2114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89" name="Oval 27"/>
          <p:cNvSpPr/>
          <p:nvPr/>
        </p:nvSpPr>
        <p:spPr>
          <a:xfrm>
            <a:off x="4423320" y="39067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Forma libre 28"/>
          <p:cNvSpPr/>
          <p:nvPr/>
        </p:nvSpPr>
        <p:spPr>
          <a:xfrm>
            <a:off x="1837800" y="2892240"/>
            <a:ext cx="6332400" cy="2838960"/>
          </a:xfrm>
          <a:custGeom>
            <a:avLst/>
            <a:gdLst>
              <a:gd name="textAreaLeft" fmla="*/ 0 w 6332400"/>
              <a:gd name="textAreaRight" fmla="*/ 6332760 w 6332400"/>
              <a:gd name="textAreaTop" fmla="*/ 0 h 2838960"/>
              <a:gd name="textAreaBottom" fmla="*/ 2839320 h 2838960"/>
            </a:gdLst>
            <a:ahLst/>
            <a:rect l="textAreaLeft" t="textAreaTop" r="textAreaRight" b="textAreaBottom"/>
            <a:pathLst>
              <a:path w="5943600" h="2840966">
                <a:moveTo>
                  <a:pt x="0" y="2840966"/>
                </a:moveTo>
                <a:cubicBezTo>
                  <a:pt x="1164336" y="1730732"/>
                  <a:pt x="2328672" y="620498"/>
                  <a:pt x="3319272" y="207494"/>
                </a:cubicBezTo>
                <a:cubicBezTo>
                  <a:pt x="4309872" y="-205510"/>
                  <a:pt x="5126736" y="78716"/>
                  <a:pt x="5943600" y="362942"/>
                </a:cubicBezTo>
              </a:path>
            </a:pathLst>
          </a:custGeom>
          <a:noFill/>
          <a:ln w="101600">
            <a:solidFill>
              <a:srgbClr val="00b0f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91" name="Straight Connector 2"/>
          <p:cNvSpPr/>
          <p:nvPr/>
        </p:nvSpPr>
        <p:spPr>
          <a:xfrm>
            <a:off x="1432080" y="256680"/>
            <a:ext cx="360" cy="5971320"/>
          </a:xfrm>
          <a:prstGeom prst="line">
            <a:avLst/>
          </a:prstGeom>
          <a:ln w="57150">
            <a:solidFill>
              <a:srgbClr val="2c2900"/>
            </a:solidFill>
            <a:round/>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es-MX" sz="1800" spc="-1" strike="noStrike">
              <a:solidFill>
                <a:srgbClr val="000000"/>
              </a:solidFill>
              <a:latin typeface="Arial"/>
            </a:endParaRPr>
          </a:p>
        </p:txBody>
      </p:sp>
      <p:sp>
        <p:nvSpPr>
          <p:cNvPr id="692" name="Straight Connector 4"/>
          <p:cNvSpPr/>
          <p:nvPr/>
        </p:nvSpPr>
        <p:spPr>
          <a:xfrm>
            <a:off x="1432080" y="6228000"/>
            <a:ext cx="6472080" cy="360"/>
          </a:xfrm>
          <a:prstGeom prst="line">
            <a:avLst/>
          </a:prstGeom>
          <a:ln w="57150">
            <a:solidFill>
              <a:srgbClr val="2c2900"/>
            </a:solidFill>
            <a:round/>
          </a:ln>
        </p:spPr>
        <p:style>
          <a:lnRef idx="2">
            <a:schemeClr val="accent1"/>
          </a:lnRef>
          <a:fillRef idx="0">
            <a:schemeClr val="accent1"/>
          </a:fillRef>
          <a:effectRef idx="1">
            <a:schemeClr val="accent1"/>
          </a:effectRef>
          <a:fontRef idx="minor"/>
        </p:style>
        <p:txBody>
          <a:bodyPr lIns="90000" rIns="90000" tIns="-44640" bIns="-44640" anchor="t" anchorCtr="1">
            <a:noAutofit/>
          </a:bodyPr>
          <a:p>
            <a:endParaRPr b="0" lang="es-MX" sz="1800" spc="-1" strike="noStrike">
              <a:solidFill>
                <a:srgbClr val="000000"/>
              </a:solidFill>
              <a:latin typeface="Arial"/>
            </a:endParaRPr>
          </a:p>
        </p:txBody>
      </p:sp>
      <p:sp>
        <p:nvSpPr>
          <p:cNvPr id="693" name="TextBox 5"/>
          <p:cNvSpPr/>
          <p:nvPr/>
        </p:nvSpPr>
        <p:spPr>
          <a:xfrm>
            <a:off x="2604600" y="6259680"/>
            <a:ext cx="393300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800" spc="-1" strike="noStrike">
                <a:solidFill>
                  <a:srgbClr val="2c2900"/>
                </a:solidFill>
                <a:latin typeface="Century Gothic"/>
                <a:ea typeface="DejaVu Sans"/>
              </a:rPr>
              <a:t>Independent variables</a:t>
            </a:r>
            <a:endParaRPr b="0" lang="es-MX" sz="2800" spc="-1" strike="noStrike">
              <a:solidFill>
                <a:srgbClr val="000000"/>
              </a:solidFill>
              <a:latin typeface="Arial"/>
            </a:endParaRPr>
          </a:p>
        </p:txBody>
      </p:sp>
      <p:sp>
        <p:nvSpPr>
          <p:cNvPr id="694" name="TextBox 6"/>
          <p:cNvSpPr/>
          <p:nvPr/>
        </p:nvSpPr>
        <p:spPr>
          <a:xfrm rot="16200000">
            <a:off x="-641520" y="2962440"/>
            <a:ext cx="327132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800" spc="-1" strike="noStrike">
                <a:solidFill>
                  <a:srgbClr val="2c2900"/>
                </a:solidFill>
                <a:latin typeface="Century Gothic"/>
                <a:ea typeface="DejaVu Sans"/>
              </a:rPr>
              <a:t>Modeled response</a:t>
            </a:r>
            <a:endParaRPr b="0" lang="es-MX" sz="2800" spc="-1" strike="noStrike">
              <a:solidFill>
                <a:srgbClr val="000000"/>
              </a:solidFill>
              <a:latin typeface="Arial"/>
            </a:endParaRPr>
          </a:p>
        </p:txBody>
      </p:sp>
      <p:sp>
        <p:nvSpPr>
          <p:cNvPr id="695" name="Oval 7"/>
          <p:cNvSpPr/>
          <p:nvPr/>
        </p:nvSpPr>
        <p:spPr>
          <a:xfrm>
            <a:off x="1864440" y="50605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96" name="Oval 8"/>
          <p:cNvSpPr/>
          <p:nvPr/>
        </p:nvSpPr>
        <p:spPr>
          <a:xfrm>
            <a:off x="2810160" y="540360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97" name="Oval 9"/>
          <p:cNvSpPr/>
          <p:nvPr/>
        </p:nvSpPr>
        <p:spPr>
          <a:xfrm>
            <a:off x="3142080" y="48139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98" name="Oval 10"/>
          <p:cNvSpPr/>
          <p:nvPr/>
        </p:nvSpPr>
        <p:spPr>
          <a:xfrm>
            <a:off x="3619080" y="504504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699" name="Oval 11"/>
          <p:cNvSpPr/>
          <p:nvPr/>
        </p:nvSpPr>
        <p:spPr>
          <a:xfrm>
            <a:off x="3992400" y="420444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00" name="Oval 12"/>
          <p:cNvSpPr/>
          <p:nvPr/>
        </p:nvSpPr>
        <p:spPr>
          <a:xfrm>
            <a:off x="4585680" y="342900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01" name="Oval 13"/>
          <p:cNvSpPr/>
          <p:nvPr/>
        </p:nvSpPr>
        <p:spPr>
          <a:xfrm>
            <a:off x="5004000" y="3276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02" name="Oval 14"/>
          <p:cNvSpPr/>
          <p:nvPr/>
        </p:nvSpPr>
        <p:spPr>
          <a:xfrm>
            <a:off x="5187960" y="28324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03" name="Oval 15"/>
          <p:cNvSpPr/>
          <p:nvPr/>
        </p:nvSpPr>
        <p:spPr>
          <a:xfrm>
            <a:off x="7733520" y="3193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04" name="Oval 16"/>
          <p:cNvSpPr/>
          <p:nvPr/>
        </p:nvSpPr>
        <p:spPr>
          <a:xfrm>
            <a:off x="5492520" y="3123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05" name="Oval 17"/>
          <p:cNvSpPr/>
          <p:nvPr/>
        </p:nvSpPr>
        <p:spPr>
          <a:xfrm>
            <a:off x="6147000" y="16153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06" name="Oval 19"/>
          <p:cNvSpPr/>
          <p:nvPr/>
        </p:nvSpPr>
        <p:spPr>
          <a:xfrm>
            <a:off x="6868080" y="14626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07" name="Oval 20"/>
          <p:cNvSpPr/>
          <p:nvPr/>
        </p:nvSpPr>
        <p:spPr>
          <a:xfrm>
            <a:off x="5953680" y="27561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08" name="Oval 21"/>
          <p:cNvSpPr/>
          <p:nvPr/>
        </p:nvSpPr>
        <p:spPr>
          <a:xfrm>
            <a:off x="1444680" y="5327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09" name="Oval 22"/>
          <p:cNvSpPr/>
          <p:nvPr/>
        </p:nvSpPr>
        <p:spPr>
          <a:xfrm>
            <a:off x="7121160" y="441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10" name="Oval 23"/>
          <p:cNvSpPr/>
          <p:nvPr/>
        </p:nvSpPr>
        <p:spPr>
          <a:xfrm>
            <a:off x="6559560" y="1961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11" name="Oval 24"/>
          <p:cNvSpPr/>
          <p:nvPr/>
        </p:nvSpPr>
        <p:spPr>
          <a:xfrm>
            <a:off x="2374560" y="52509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12" name="Oval 25"/>
          <p:cNvSpPr/>
          <p:nvPr/>
        </p:nvSpPr>
        <p:spPr>
          <a:xfrm>
            <a:off x="3780000" y="46749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13" name="Oval 26"/>
          <p:cNvSpPr/>
          <p:nvPr/>
        </p:nvSpPr>
        <p:spPr>
          <a:xfrm>
            <a:off x="6039360" y="2114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14" name="Oval 27"/>
          <p:cNvSpPr/>
          <p:nvPr/>
        </p:nvSpPr>
        <p:spPr>
          <a:xfrm>
            <a:off x="4423320" y="39067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15" name="Conector recto 29"/>
          <p:cNvSpPr/>
          <p:nvPr/>
        </p:nvSpPr>
        <p:spPr>
          <a:xfrm flipH="1">
            <a:off x="7121160" y="593640"/>
            <a:ext cx="74160" cy="2315160"/>
          </a:xfrm>
          <a:prstGeom prst="line">
            <a:avLst/>
          </a:prstGeom>
          <a:ln w="31750">
            <a:solidFill>
              <a:srgbClr val="ff0000"/>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1" dur="indefinite" restart="never" nodeType="tmRoot">
          <p:childTnLst>
            <p:seq>
              <p:cTn id="12" dur="indefinite" nodeType="mainSeq">
                <p:childTnLst>
                  <p:par>
                    <p:cTn id="13" fill="hold">
                      <p:stCondLst>
                        <p:cond delay="indefinite"/>
                      </p:stCondLst>
                      <p:childTnLst>
                        <p:par>
                          <p:cTn id="14" fill="hold">
                            <p:stCondLst>
                              <p:cond delay="0"/>
                            </p:stCondLst>
                            <p:childTnLst>
                              <p:par>
                                <p:cTn id="15" nodeType="clickEffect" fill="hold" presetClass="entr" presetID="1">
                                  <p:stCondLst>
                                    <p:cond delay="0"/>
                                  </p:stCondLst>
                                  <p:childTnLst>
                                    <p:set>
                                      <p:cBhvr>
                                        <p:cTn id="16" dur="1" fill="hold">
                                          <p:stCondLst>
                                            <p:cond delay="0"/>
                                          </p:stCondLst>
                                        </p:cTn>
                                        <p:tgtEl>
                                          <p:spTgt spid="7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Rectángulo 2"/>
          <p:cNvSpPr/>
          <p:nvPr/>
        </p:nvSpPr>
        <p:spPr>
          <a:xfrm>
            <a:off x="539640" y="692640"/>
            <a:ext cx="1437840" cy="645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17" name="Rectángulo 3"/>
          <p:cNvSpPr/>
          <p:nvPr/>
        </p:nvSpPr>
        <p:spPr>
          <a:xfrm>
            <a:off x="3564000" y="2349000"/>
            <a:ext cx="1581840" cy="645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18" name="Rectángulo 4"/>
          <p:cNvSpPr/>
          <p:nvPr/>
        </p:nvSpPr>
        <p:spPr>
          <a:xfrm>
            <a:off x="6372360" y="4005000"/>
            <a:ext cx="1581840" cy="645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19" name="CuadroTexto 5"/>
          <p:cNvSpPr/>
          <p:nvPr/>
        </p:nvSpPr>
        <p:spPr>
          <a:xfrm>
            <a:off x="149760" y="169560"/>
            <a:ext cx="8854920" cy="516600"/>
          </a:xfrm>
          <a:prstGeom prst="rect">
            <a:avLst/>
          </a:prstGeom>
          <a:solidFill>
            <a:srgbClr val="ffffff"/>
          </a:solidFill>
          <a:ln w="0">
            <a:noFill/>
          </a:ln>
        </p:spPr>
        <p:style>
          <a:lnRef idx="0"/>
          <a:fillRef idx="0"/>
          <a:effectRef idx="0"/>
          <a:fontRef idx="minor"/>
        </p:style>
        <p:txBody>
          <a:bodyPr lIns="90000" rIns="90000" tIns="45000" bIns="45000" anchor="t">
            <a:spAutoFit/>
          </a:bodyPr>
          <a:p>
            <a:pPr algn="ctr">
              <a:lnSpc>
                <a:spcPct val="100000"/>
              </a:lnSpc>
            </a:pPr>
            <a:r>
              <a:rPr b="1" lang="es-MX" sz="2800" spc="-1" strike="noStrike">
                <a:solidFill>
                  <a:srgbClr val="2c2900"/>
                </a:solidFill>
                <a:latin typeface="Century Gothic"/>
                <a:ea typeface="DejaVu Sans"/>
              </a:rPr>
              <a:t>¿Qué modelo describe mejor mis datos?</a:t>
            </a:r>
            <a:endParaRPr b="0" lang="es-MX" sz="2800" spc="-1" strike="noStrike">
              <a:solidFill>
                <a:srgbClr val="000000"/>
              </a:solidFill>
              <a:latin typeface="Arial"/>
            </a:endParaRPr>
          </a:p>
        </p:txBody>
      </p:sp>
      <p:pic>
        <p:nvPicPr>
          <p:cNvPr id="720" name="Imagen 7" descr=""/>
          <p:cNvPicPr/>
          <p:nvPr/>
        </p:nvPicPr>
        <p:blipFill>
          <a:blip r:embed="rId1"/>
          <a:stretch/>
        </p:blipFill>
        <p:spPr>
          <a:xfrm>
            <a:off x="35640" y="836640"/>
            <a:ext cx="2878200" cy="21582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721" name="Imagen 6" descr=""/>
          <p:cNvPicPr/>
          <p:nvPr/>
        </p:nvPicPr>
        <p:blipFill>
          <a:blip r:embed="rId2"/>
          <a:stretch/>
        </p:blipFill>
        <p:spPr>
          <a:xfrm>
            <a:off x="3043800" y="2853000"/>
            <a:ext cx="2914200" cy="21852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722" name="Imagen 8" descr=""/>
          <p:cNvPicPr/>
          <p:nvPr/>
        </p:nvPicPr>
        <p:blipFill>
          <a:blip r:embed="rId3"/>
          <a:stretch/>
        </p:blipFill>
        <p:spPr>
          <a:xfrm>
            <a:off x="6097680" y="4509000"/>
            <a:ext cx="2907000" cy="21798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Rectángulo 2"/>
          <p:cNvSpPr/>
          <p:nvPr/>
        </p:nvSpPr>
        <p:spPr>
          <a:xfrm>
            <a:off x="539640" y="692640"/>
            <a:ext cx="1437840" cy="645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24" name="Rectángulo 3"/>
          <p:cNvSpPr/>
          <p:nvPr/>
        </p:nvSpPr>
        <p:spPr>
          <a:xfrm>
            <a:off x="3564000" y="2349000"/>
            <a:ext cx="1581840" cy="645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25" name="Rectángulo 4"/>
          <p:cNvSpPr/>
          <p:nvPr/>
        </p:nvSpPr>
        <p:spPr>
          <a:xfrm>
            <a:off x="6372360" y="4005000"/>
            <a:ext cx="1581840" cy="645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26" name="CuadroTexto 5"/>
          <p:cNvSpPr/>
          <p:nvPr/>
        </p:nvSpPr>
        <p:spPr>
          <a:xfrm>
            <a:off x="149760" y="169560"/>
            <a:ext cx="8854920" cy="516600"/>
          </a:xfrm>
          <a:prstGeom prst="rect">
            <a:avLst/>
          </a:prstGeom>
          <a:solidFill>
            <a:srgbClr val="ffffff"/>
          </a:solidFill>
          <a:ln w="0">
            <a:noFill/>
          </a:ln>
        </p:spPr>
        <p:style>
          <a:lnRef idx="0"/>
          <a:fillRef idx="0"/>
          <a:effectRef idx="0"/>
          <a:fontRef idx="minor"/>
        </p:style>
        <p:txBody>
          <a:bodyPr lIns="90000" rIns="90000" tIns="45000" bIns="45000" anchor="t">
            <a:spAutoFit/>
          </a:bodyPr>
          <a:p>
            <a:pPr algn="ctr">
              <a:lnSpc>
                <a:spcPct val="100000"/>
              </a:lnSpc>
            </a:pPr>
            <a:r>
              <a:rPr b="1" lang="es-MX" sz="2800" spc="-1" strike="noStrike">
                <a:solidFill>
                  <a:srgbClr val="2c2900"/>
                </a:solidFill>
                <a:latin typeface="Century Gothic"/>
                <a:ea typeface="DejaVu Sans"/>
              </a:rPr>
              <a:t>¿Qué modelo describe mejor mis datos?</a:t>
            </a:r>
            <a:endParaRPr b="0" lang="es-MX" sz="2800" spc="-1" strike="noStrike">
              <a:solidFill>
                <a:srgbClr val="000000"/>
              </a:solidFill>
              <a:latin typeface="Arial"/>
            </a:endParaRPr>
          </a:p>
        </p:txBody>
      </p:sp>
      <p:pic>
        <p:nvPicPr>
          <p:cNvPr id="727" name="Imagen 7" descr=""/>
          <p:cNvPicPr/>
          <p:nvPr/>
        </p:nvPicPr>
        <p:blipFill>
          <a:blip r:embed="rId1"/>
          <a:stretch/>
        </p:blipFill>
        <p:spPr>
          <a:xfrm>
            <a:off x="35640" y="836640"/>
            <a:ext cx="2878200" cy="21582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728" name="Imagen 6" descr=""/>
          <p:cNvPicPr/>
          <p:nvPr/>
        </p:nvPicPr>
        <p:blipFill>
          <a:blip r:embed="rId2"/>
          <a:stretch/>
        </p:blipFill>
        <p:spPr>
          <a:xfrm>
            <a:off x="3043800" y="2853000"/>
            <a:ext cx="2914200" cy="21852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729" name="Imagen 8" descr=""/>
          <p:cNvPicPr/>
          <p:nvPr/>
        </p:nvPicPr>
        <p:blipFill>
          <a:blip r:embed="rId3"/>
          <a:stretch/>
        </p:blipFill>
        <p:spPr>
          <a:xfrm>
            <a:off x="6097680" y="4509000"/>
            <a:ext cx="2907000" cy="21798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sp>
        <p:nvSpPr>
          <p:cNvPr id="730" name="CuadroTexto 1"/>
          <p:cNvSpPr/>
          <p:nvPr/>
        </p:nvSpPr>
        <p:spPr>
          <a:xfrm>
            <a:off x="519120" y="769680"/>
            <a:ext cx="1554120" cy="577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s-MX" sz="1600" spc="-1" strike="noStrike">
                <a:solidFill>
                  <a:srgbClr val="2c2900"/>
                </a:solidFill>
                <a:latin typeface="Century Gothic"/>
                <a:ea typeface="DejaVu Sans"/>
              </a:rPr>
              <a:t>Bajo error en </a:t>
            </a:r>
            <a:endParaRPr b="0" lang="es-MX" sz="1600" spc="-1" strike="noStrike">
              <a:solidFill>
                <a:srgbClr val="000000"/>
              </a:solidFill>
              <a:latin typeface="Arial"/>
            </a:endParaRPr>
          </a:p>
          <a:p>
            <a:pPr>
              <a:lnSpc>
                <a:spcPct val="100000"/>
              </a:lnSpc>
            </a:pPr>
            <a:r>
              <a:rPr b="1" lang="es-MX" sz="1600" spc="-1" strike="noStrike">
                <a:solidFill>
                  <a:srgbClr val="2c2900"/>
                </a:solidFill>
                <a:latin typeface="Century Gothic"/>
                <a:ea typeface="DejaVu Sans"/>
              </a:rPr>
              <a:t>calibración</a:t>
            </a:r>
            <a:endParaRPr b="0" lang="es-MX" sz="1600" spc="-1" strike="noStrike">
              <a:solidFill>
                <a:srgbClr val="000000"/>
              </a:solidFill>
              <a:latin typeface="Arial"/>
            </a:endParaRPr>
          </a:p>
        </p:txBody>
      </p:sp>
      <p:sp>
        <p:nvSpPr>
          <p:cNvPr id="731" name="CuadroTexto 9"/>
          <p:cNvSpPr/>
          <p:nvPr/>
        </p:nvSpPr>
        <p:spPr>
          <a:xfrm>
            <a:off x="3530520" y="2842560"/>
            <a:ext cx="1735560" cy="577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s-MX" sz="1600" spc="-1" strike="noStrike">
                <a:solidFill>
                  <a:srgbClr val="2c2900"/>
                </a:solidFill>
                <a:latin typeface="Century Gothic"/>
                <a:ea typeface="DejaVu Sans"/>
              </a:rPr>
              <a:t>Medio error en </a:t>
            </a:r>
            <a:endParaRPr b="0" lang="es-MX" sz="1600" spc="-1" strike="noStrike">
              <a:solidFill>
                <a:srgbClr val="000000"/>
              </a:solidFill>
              <a:latin typeface="Arial"/>
            </a:endParaRPr>
          </a:p>
          <a:p>
            <a:pPr>
              <a:lnSpc>
                <a:spcPct val="100000"/>
              </a:lnSpc>
            </a:pPr>
            <a:r>
              <a:rPr b="1" lang="es-MX" sz="1600" spc="-1" strike="noStrike">
                <a:solidFill>
                  <a:srgbClr val="2c2900"/>
                </a:solidFill>
                <a:latin typeface="Century Gothic"/>
                <a:ea typeface="DejaVu Sans"/>
              </a:rPr>
              <a:t>calibración</a:t>
            </a:r>
            <a:endParaRPr b="0" lang="es-MX" sz="1600" spc="-1" strike="noStrike">
              <a:solidFill>
                <a:srgbClr val="000000"/>
              </a:solidFill>
              <a:latin typeface="Arial"/>
            </a:endParaRPr>
          </a:p>
        </p:txBody>
      </p:sp>
      <p:sp>
        <p:nvSpPr>
          <p:cNvPr id="732" name="CuadroTexto 10"/>
          <p:cNvSpPr/>
          <p:nvPr/>
        </p:nvSpPr>
        <p:spPr>
          <a:xfrm>
            <a:off x="6508800" y="4509000"/>
            <a:ext cx="1523880" cy="577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s-MX" sz="1600" spc="-1" strike="noStrike">
                <a:solidFill>
                  <a:srgbClr val="2c2900"/>
                </a:solidFill>
                <a:latin typeface="Century Gothic"/>
                <a:ea typeface="DejaVu Sans"/>
              </a:rPr>
              <a:t>Alto error en </a:t>
            </a:r>
            <a:endParaRPr b="0" lang="es-MX" sz="1600" spc="-1" strike="noStrike">
              <a:solidFill>
                <a:srgbClr val="000000"/>
              </a:solidFill>
              <a:latin typeface="Arial"/>
            </a:endParaRPr>
          </a:p>
          <a:p>
            <a:pPr>
              <a:lnSpc>
                <a:spcPct val="100000"/>
              </a:lnSpc>
            </a:pPr>
            <a:r>
              <a:rPr b="1" lang="es-MX" sz="1600" spc="-1" strike="noStrike">
                <a:solidFill>
                  <a:srgbClr val="2c2900"/>
                </a:solidFill>
                <a:latin typeface="Century Gothic"/>
                <a:ea typeface="DejaVu Sans"/>
              </a:rPr>
              <a:t>calibración</a:t>
            </a:r>
            <a:endParaRPr b="0" lang="es-MX"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 name="Rectángulo 2"/>
          <p:cNvSpPr/>
          <p:nvPr/>
        </p:nvSpPr>
        <p:spPr>
          <a:xfrm>
            <a:off x="539640" y="692640"/>
            <a:ext cx="1437840" cy="645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34" name="Rectángulo 3"/>
          <p:cNvSpPr/>
          <p:nvPr/>
        </p:nvSpPr>
        <p:spPr>
          <a:xfrm>
            <a:off x="3564000" y="2349000"/>
            <a:ext cx="1581840" cy="645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35" name="Rectángulo 4"/>
          <p:cNvSpPr/>
          <p:nvPr/>
        </p:nvSpPr>
        <p:spPr>
          <a:xfrm>
            <a:off x="6372360" y="4005000"/>
            <a:ext cx="1581840" cy="645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36" name="CuadroTexto 5"/>
          <p:cNvSpPr/>
          <p:nvPr/>
        </p:nvSpPr>
        <p:spPr>
          <a:xfrm>
            <a:off x="149760" y="169560"/>
            <a:ext cx="8854920" cy="516600"/>
          </a:xfrm>
          <a:prstGeom prst="rect">
            <a:avLst/>
          </a:prstGeom>
          <a:solidFill>
            <a:srgbClr val="ffffff"/>
          </a:solidFill>
          <a:ln w="0">
            <a:noFill/>
          </a:ln>
        </p:spPr>
        <p:style>
          <a:lnRef idx="0"/>
          <a:fillRef idx="0"/>
          <a:effectRef idx="0"/>
          <a:fontRef idx="minor"/>
        </p:style>
        <p:txBody>
          <a:bodyPr lIns="90000" rIns="90000" tIns="45000" bIns="45000" anchor="t">
            <a:spAutoFit/>
          </a:bodyPr>
          <a:p>
            <a:pPr algn="ctr">
              <a:lnSpc>
                <a:spcPct val="100000"/>
              </a:lnSpc>
            </a:pPr>
            <a:r>
              <a:rPr b="1" lang="es-MX" sz="2800" spc="-1" strike="noStrike">
                <a:solidFill>
                  <a:srgbClr val="2c2900"/>
                </a:solidFill>
                <a:latin typeface="Century Gothic"/>
                <a:ea typeface="DejaVu Sans"/>
              </a:rPr>
              <a:t>¿Qué modelo describe mejor mis datos?</a:t>
            </a:r>
            <a:endParaRPr b="0" lang="es-MX" sz="2800" spc="-1" strike="noStrike">
              <a:solidFill>
                <a:srgbClr val="000000"/>
              </a:solidFill>
              <a:latin typeface="Arial"/>
            </a:endParaRPr>
          </a:p>
        </p:txBody>
      </p:sp>
      <p:pic>
        <p:nvPicPr>
          <p:cNvPr id="737" name="Imagen 7" descr=""/>
          <p:cNvPicPr/>
          <p:nvPr/>
        </p:nvPicPr>
        <p:blipFill>
          <a:blip r:embed="rId1"/>
          <a:stretch/>
        </p:blipFill>
        <p:spPr>
          <a:xfrm>
            <a:off x="35640" y="836640"/>
            <a:ext cx="2878200" cy="21582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738" name="Imagen 6" descr=""/>
          <p:cNvPicPr/>
          <p:nvPr/>
        </p:nvPicPr>
        <p:blipFill>
          <a:blip r:embed="rId2"/>
          <a:stretch/>
        </p:blipFill>
        <p:spPr>
          <a:xfrm>
            <a:off x="3043800" y="2853000"/>
            <a:ext cx="2914200" cy="21852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739" name="Imagen 8" descr=""/>
          <p:cNvPicPr/>
          <p:nvPr/>
        </p:nvPicPr>
        <p:blipFill>
          <a:blip r:embed="rId3"/>
          <a:stretch/>
        </p:blipFill>
        <p:spPr>
          <a:xfrm>
            <a:off x="6097680" y="4509000"/>
            <a:ext cx="2907000" cy="21798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sp>
        <p:nvSpPr>
          <p:cNvPr id="740" name="CuadroTexto 1"/>
          <p:cNvSpPr/>
          <p:nvPr/>
        </p:nvSpPr>
        <p:spPr>
          <a:xfrm>
            <a:off x="519120" y="769680"/>
            <a:ext cx="1554120" cy="577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s-MX" sz="1600" spc="-1" strike="noStrike">
                <a:solidFill>
                  <a:srgbClr val="2c2900"/>
                </a:solidFill>
                <a:latin typeface="Century Gothic"/>
                <a:ea typeface="DejaVu Sans"/>
              </a:rPr>
              <a:t>Bajo error en </a:t>
            </a:r>
            <a:endParaRPr b="0" lang="es-MX" sz="1600" spc="-1" strike="noStrike">
              <a:solidFill>
                <a:srgbClr val="000000"/>
              </a:solidFill>
              <a:latin typeface="Arial"/>
            </a:endParaRPr>
          </a:p>
          <a:p>
            <a:pPr>
              <a:lnSpc>
                <a:spcPct val="100000"/>
              </a:lnSpc>
            </a:pPr>
            <a:r>
              <a:rPr b="1" lang="es-MX" sz="1600" spc="-1" strike="noStrike">
                <a:solidFill>
                  <a:srgbClr val="2c2900"/>
                </a:solidFill>
                <a:latin typeface="Century Gothic"/>
                <a:ea typeface="DejaVu Sans"/>
              </a:rPr>
              <a:t>calibración</a:t>
            </a:r>
            <a:endParaRPr b="0" lang="es-MX" sz="1600" spc="-1" strike="noStrike">
              <a:solidFill>
                <a:srgbClr val="000000"/>
              </a:solidFill>
              <a:latin typeface="Arial"/>
            </a:endParaRPr>
          </a:p>
        </p:txBody>
      </p:sp>
      <p:sp>
        <p:nvSpPr>
          <p:cNvPr id="741" name="CuadroTexto 9"/>
          <p:cNvSpPr/>
          <p:nvPr/>
        </p:nvSpPr>
        <p:spPr>
          <a:xfrm>
            <a:off x="3530520" y="2842560"/>
            <a:ext cx="1735560" cy="577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s-MX" sz="1600" spc="-1" strike="noStrike">
                <a:solidFill>
                  <a:srgbClr val="2c2900"/>
                </a:solidFill>
                <a:latin typeface="Century Gothic"/>
                <a:ea typeface="DejaVu Sans"/>
              </a:rPr>
              <a:t>Medio error en </a:t>
            </a:r>
            <a:endParaRPr b="0" lang="es-MX" sz="1600" spc="-1" strike="noStrike">
              <a:solidFill>
                <a:srgbClr val="000000"/>
              </a:solidFill>
              <a:latin typeface="Arial"/>
            </a:endParaRPr>
          </a:p>
          <a:p>
            <a:pPr>
              <a:lnSpc>
                <a:spcPct val="100000"/>
              </a:lnSpc>
            </a:pPr>
            <a:r>
              <a:rPr b="1" lang="es-MX" sz="1600" spc="-1" strike="noStrike">
                <a:solidFill>
                  <a:srgbClr val="2c2900"/>
                </a:solidFill>
                <a:latin typeface="Century Gothic"/>
                <a:ea typeface="DejaVu Sans"/>
              </a:rPr>
              <a:t>calibración</a:t>
            </a:r>
            <a:endParaRPr b="0" lang="es-MX" sz="1600" spc="-1" strike="noStrike">
              <a:solidFill>
                <a:srgbClr val="000000"/>
              </a:solidFill>
              <a:latin typeface="Arial"/>
            </a:endParaRPr>
          </a:p>
        </p:txBody>
      </p:sp>
      <p:sp>
        <p:nvSpPr>
          <p:cNvPr id="742" name="CuadroTexto 10"/>
          <p:cNvSpPr/>
          <p:nvPr/>
        </p:nvSpPr>
        <p:spPr>
          <a:xfrm>
            <a:off x="6508800" y="4509000"/>
            <a:ext cx="1523880" cy="577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s-MX" sz="1600" spc="-1" strike="noStrike">
                <a:solidFill>
                  <a:srgbClr val="2c2900"/>
                </a:solidFill>
                <a:latin typeface="Century Gothic"/>
                <a:ea typeface="DejaVu Sans"/>
              </a:rPr>
              <a:t>Alto error en </a:t>
            </a:r>
            <a:endParaRPr b="0" lang="es-MX" sz="1600" spc="-1" strike="noStrike">
              <a:solidFill>
                <a:srgbClr val="000000"/>
              </a:solidFill>
              <a:latin typeface="Arial"/>
            </a:endParaRPr>
          </a:p>
          <a:p>
            <a:pPr>
              <a:lnSpc>
                <a:spcPct val="100000"/>
              </a:lnSpc>
            </a:pPr>
            <a:r>
              <a:rPr b="1" lang="es-MX" sz="1600" spc="-1" strike="noStrike">
                <a:solidFill>
                  <a:srgbClr val="2c2900"/>
                </a:solidFill>
                <a:latin typeface="Century Gothic"/>
                <a:ea typeface="DejaVu Sans"/>
              </a:rPr>
              <a:t>calibración</a:t>
            </a:r>
            <a:endParaRPr b="0" lang="es-MX" sz="1600" spc="-1" strike="noStrike">
              <a:solidFill>
                <a:srgbClr val="000000"/>
              </a:solidFill>
              <a:latin typeface="Arial"/>
            </a:endParaRPr>
          </a:p>
        </p:txBody>
      </p:sp>
      <p:sp>
        <p:nvSpPr>
          <p:cNvPr id="743" name="CuadroTexto 11"/>
          <p:cNvSpPr/>
          <p:nvPr/>
        </p:nvSpPr>
        <p:spPr>
          <a:xfrm>
            <a:off x="303480" y="5733360"/>
            <a:ext cx="5394600" cy="516600"/>
          </a:xfrm>
          <a:prstGeom prst="rect">
            <a:avLst/>
          </a:prstGeom>
          <a:solidFill>
            <a:srgbClr val="ffffff"/>
          </a:solidFill>
          <a:ln w="0">
            <a:noFill/>
          </a:ln>
        </p:spPr>
        <p:style>
          <a:lnRef idx="0"/>
          <a:fillRef idx="0"/>
          <a:effectRef idx="0"/>
          <a:fontRef idx="minor"/>
        </p:style>
        <p:txBody>
          <a:bodyPr wrap="none" lIns="90000" rIns="90000" tIns="45000" bIns="45000" anchor="t">
            <a:spAutoFit/>
          </a:bodyPr>
          <a:p>
            <a:pPr>
              <a:lnSpc>
                <a:spcPct val="100000"/>
              </a:lnSpc>
            </a:pPr>
            <a:r>
              <a:rPr b="1" lang="es-MX" sz="2800" spc="-1" strike="noStrike">
                <a:solidFill>
                  <a:srgbClr val="ff0000"/>
                </a:solidFill>
                <a:latin typeface="Century Gothic"/>
                <a:ea typeface="DejaVu Sans"/>
              </a:rPr>
              <a:t>Sesgo en datos de calibración</a:t>
            </a:r>
            <a:endParaRPr b="0" lang="es-MX" sz="2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7" dur="indefinite" restart="never" nodeType="tmRoot">
          <p:childTnLst>
            <p:seq>
              <p:cTn id="18" dur="indefinite" nodeType="mainSeq">
                <p:childTnLst>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7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CuadroTexto 5"/>
          <p:cNvSpPr/>
          <p:nvPr/>
        </p:nvSpPr>
        <p:spPr>
          <a:xfrm>
            <a:off x="2108520" y="54000"/>
            <a:ext cx="4887360" cy="577440"/>
          </a:xfrm>
          <a:prstGeom prst="rect">
            <a:avLst/>
          </a:prstGeom>
          <a:solidFill>
            <a:srgbClr val="ffffff"/>
          </a:solidFill>
          <a:ln w="0">
            <a:noFill/>
          </a:ln>
        </p:spPr>
        <p:style>
          <a:lnRef idx="0"/>
          <a:fillRef idx="0"/>
          <a:effectRef idx="0"/>
          <a:fontRef idx="minor"/>
        </p:style>
        <p:txBody>
          <a:bodyPr wrap="none" lIns="90000" rIns="90000" tIns="45000" bIns="45000" anchor="t">
            <a:spAutoFit/>
          </a:bodyPr>
          <a:p>
            <a:pPr>
              <a:lnSpc>
                <a:spcPct val="100000"/>
              </a:lnSpc>
            </a:pPr>
            <a:r>
              <a:rPr b="1" lang="es-MX" sz="3200" spc="-1" strike="noStrike">
                <a:solidFill>
                  <a:srgbClr val="2c2900"/>
                </a:solidFill>
                <a:latin typeface="Century Gothic"/>
                <a:ea typeface="DejaVu Sans"/>
              </a:rPr>
              <a:t>¿Qué modelo es mejor?</a:t>
            </a:r>
            <a:endParaRPr b="0" lang="es-MX" sz="3200" spc="-1" strike="noStrike">
              <a:solidFill>
                <a:srgbClr val="000000"/>
              </a:solidFill>
              <a:latin typeface="Arial"/>
            </a:endParaRPr>
          </a:p>
        </p:txBody>
      </p:sp>
      <p:sp>
        <p:nvSpPr>
          <p:cNvPr id="745" name="CuadroTexto 7"/>
          <p:cNvSpPr/>
          <p:nvPr/>
        </p:nvSpPr>
        <p:spPr>
          <a:xfrm>
            <a:off x="523440" y="5517360"/>
            <a:ext cx="4949640" cy="943560"/>
          </a:xfrm>
          <a:prstGeom prst="rect">
            <a:avLst/>
          </a:prstGeom>
          <a:solidFill>
            <a:srgbClr val="ffffff"/>
          </a:solidFill>
          <a:ln w="0">
            <a:noFill/>
          </a:ln>
        </p:spPr>
        <p:style>
          <a:lnRef idx="0"/>
          <a:fillRef idx="0"/>
          <a:effectRef idx="0"/>
          <a:fontRef idx="minor"/>
        </p:style>
        <p:txBody>
          <a:bodyPr wrap="none" lIns="90000" rIns="90000" tIns="45000" bIns="45000" anchor="t">
            <a:spAutoFit/>
          </a:bodyPr>
          <a:p>
            <a:pPr>
              <a:lnSpc>
                <a:spcPct val="100000"/>
              </a:lnSpc>
            </a:pPr>
            <a:r>
              <a:rPr b="1" lang="es-MX" sz="2800" spc="-1" strike="noStrike">
                <a:solidFill>
                  <a:srgbClr val="ff0000"/>
                </a:solidFill>
                <a:latin typeface="Century Gothic"/>
                <a:ea typeface="DejaVu Sans"/>
              </a:rPr>
              <a:t>Se necesitan datos </a:t>
            </a:r>
            <a:endParaRPr b="0" lang="es-MX" sz="2800" spc="-1" strike="noStrike">
              <a:solidFill>
                <a:srgbClr val="000000"/>
              </a:solidFill>
              <a:latin typeface="Arial"/>
            </a:endParaRPr>
          </a:p>
          <a:p>
            <a:pPr>
              <a:lnSpc>
                <a:spcPct val="100000"/>
              </a:lnSpc>
            </a:pPr>
            <a:r>
              <a:rPr b="1" lang="es-MX" sz="2800" spc="-1" strike="noStrike">
                <a:solidFill>
                  <a:srgbClr val="ff0000"/>
                </a:solidFill>
                <a:latin typeface="Century Gothic"/>
                <a:ea typeface="DejaVu Sans"/>
              </a:rPr>
              <a:t>Independientes para saber</a:t>
            </a:r>
            <a:endParaRPr b="0" lang="es-MX" sz="2800" spc="-1" strike="noStrike">
              <a:solidFill>
                <a:srgbClr val="000000"/>
              </a:solidFill>
              <a:latin typeface="Arial"/>
            </a:endParaRPr>
          </a:p>
        </p:txBody>
      </p:sp>
      <p:pic>
        <p:nvPicPr>
          <p:cNvPr id="746" name="Imagen 8" descr=""/>
          <p:cNvPicPr/>
          <p:nvPr/>
        </p:nvPicPr>
        <p:blipFill>
          <a:blip r:embed="rId1"/>
          <a:stretch/>
        </p:blipFill>
        <p:spPr>
          <a:xfrm>
            <a:off x="35640" y="836640"/>
            <a:ext cx="2878200" cy="21582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747" name="Imagen 9" descr=""/>
          <p:cNvPicPr/>
          <p:nvPr/>
        </p:nvPicPr>
        <p:blipFill>
          <a:blip r:embed="rId2"/>
          <a:stretch/>
        </p:blipFill>
        <p:spPr>
          <a:xfrm>
            <a:off x="3043800" y="2853000"/>
            <a:ext cx="2914200" cy="21852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748" name="Imagen 10" descr=""/>
          <p:cNvPicPr/>
          <p:nvPr/>
        </p:nvPicPr>
        <p:blipFill>
          <a:blip r:embed="rId3"/>
          <a:stretch/>
        </p:blipFill>
        <p:spPr>
          <a:xfrm>
            <a:off x="6097680" y="4509000"/>
            <a:ext cx="2907000" cy="21798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sp>
        <p:nvSpPr>
          <p:cNvPr id="749" name="CuadroTexto 11"/>
          <p:cNvSpPr/>
          <p:nvPr/>
        </p:nvSpPr>
        <p:spPr>
          <a:xfrm>
            <a:off x="519120" y="769680"/>
            <a:ext cx="1554120" cy="577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s-MX" sz="1600" spc="-1" strike="noStrike">
                <a:solidFill>
                  <a:srgbClr val="2c2900"/>
                </a:solidFill>
                <a:latin typeface="Century Gothic"/>
                <a:ea typeface="DejaVu Sans"/>
              </a:rPr>
              <a:t>Bajo error en </a:t>
            </a:r>
            <a:endParaRPr b="0" lang="es-MX" sz="1600" spc="-1" strike="noStrike">
              <a:solidFill>
                <a:srgbClr val="000000"/>
              </a:solidFill>
              <a:latin typeface="Arial"/>
            </a:endParaRPr>
          </a:p>
          <a:p>
            <a:pPr>
              <a:lnSpc>
                <a:spcPct val="100000"/>
              </a:lnSpc>
            </a:pPr>
            <a:r>
              <a:rPr b="1" lang="es-MX" sz="1600" spc="-1" strike="noStrike">
                <a:solidFill>
                  <a:srgbClr val="2c2900"/>
                </a:solidFill>
                <a:latin typeface="Century Gothic"/>
                <a:ea typeface="DejaVu Sans"/>
              </a:rPr>
              <a:t>calibración</a:t>
            </a:r>
            <a:endParaRPr b="0" lang="es-MX" sz="1600" spc="-1" strike="noStrike">
              <a:solidFill>
                <a:srgbClr val="000000"/>
              </a:solidFill>
              <a:latin typeface="Arial"/>
            </a:endParaRPr>
          </a:p>
        </p:txBody>
      </p:sp>
      <p:sp>
        <p:nvSpPr>
          <p:cNvPr id="750" name="CuadroTexto 12"/>
          <p:cNvSpPr/>
          <p:nvPr/>
        </p:nvSpPr>
        <p:spPr>
          <a:xfrm>
            <a:off x="3530520" y="2842560"/>
            <a:ext cx="1735560" cy="577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s-MX" sz="1600" spc="-1" strike="noStrike">
                <a:solidFill>
                  <a:srgbClr val="2c2900"/>
                </a:solidFill>
                <a:latin typeface="Century Gothic"/>
                <a:ea typeface="DejaVu Sans"/>
              </a:rPr>
              <a:t>Medio error en </a:t>
            </a:r>
            <a:endParaRPr b="0" lang="es-MX" sz="1600" spc="-1" strike="noStrike">
              <a:solidFill>
                <a:srgbClr val="000000"/>
              </a:solidFill>
              <a:latin typeface="Arial"/>
            </a:endParaRPr>
          </a:p>
          <a:p>
            <a:pPr>
              <a:lnSpc>
                <a:spcPct val="100000"/>
              </a:lnSpc>
            </a:pPr>
            <a:r>
              <a:rPr b="1" lang="es-MX" sz="1600" spc="-1" strike="noStrike">
                <a:solidFill>
                  <a:srgbClr val="2c2900"/>
                </a:solidFill>
                <a:latin typeface="Century Gothic"/>
                <a:ea typeface="DejaVu Sans"/>
              </a:rPr>
              <a:t>calibración</a:t>
            </a:r>
            <a:endParaRPr b="0" lang="es-MX" sz="1600" spc="-1" strike="noStrike">
              <a:solidFill>
                <a:srgbClr val="000000"/>
              </a:solidFill>
              <a:latin typeface="Arial"/>
            </a:endParaRPr>
          </a:p>
        </p:txBody>
      </p:sp>
      <p:sp>
        <p:nvSpPr>
          <p:cNvPr id="751" name="CuadroTexto 13"/>
          <p:cNvSpPr/>
          <p:nvPr/>
        </p:nvSpPr>
        <p:spPr>
          <a:xfrm>
            <a:off x="6508800" y="4509000"/>
            <a:ext cx="1523880" cy="577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s-MX" sz="1600" spc="-1" strike="noStrike">
                <a:solidFill>
                  <a:srgbClr val="2c2900"/>
                </a:solidFill>
                <a:latin typeface="Century Gothic"/>
                <a:ea typeface="DejaVu Sans"/>
              </a:rPr>
              <a:t>Alto error en </a:t>
            </a:r>
            <a:endParaRPr b="0" lang="es-MX" sz="1600" spc="-1" strike="noStrike">
              <a:solidFill>
                <a:srgbClr val="000000"/>
              </a:solidFill>
              <a:latin typeface="Arial"/>
            </a:endParaRPr>
          </a:p>
          <a:p>
            <a:pPr>
              <a:lnSpc>
                <a:spcPct val="100000"/>
              </a:lnSpc>
            </a:pPr>
            <a:r>
              <a:rPr b="1" lang="es-MX" sz="1600" spc="-1" strike="noStrike">
                <a:solidFill>
                  <a:srgbClr val="2c2900"/>
                </a:solidFill>
                <a:latin typeface="Century Gothic"/>
                <a:ea typeface="DejaVu Sans"/>
              </a:rPr>
              <a:t>calibración</a:t>
            </a:r>
            <a:endParaRPr b="0" lang="es-MX" sz="16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3" dur="indefinite" restart="never" nodeType="tmRoot">
          <p:childTnLst>
            <p:seq>
              <p:cTn id="24" dur="indefinite" nodeType="mainSeq">
                <p:childTnLst>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7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Straight Connector 2"/>
          <p:cNvSpPr/>
          <p:nvPr/>
        </p:nvSpPr>
        <p:spPr>
          <a:xfrm>
            <a:off x="1432080" y="256680"/>
            <a:ext cx="360" cy="5971320"/>
          </a:xfrm>
          <a:prstGeom prst="line">
            <a:avLst/>
          </a:prstGeom>
          <a:ln w="57150">
            <a:solidFill>
              <a:srgbClr val="2c2900"/>
            </a:solidFill>
            <a:round/>
          </a:ln>
        </p:spPr>
        <p:style>
          <a:lnRef idx="2">
            <a:schemeClr val="accent1"/>
          </a:lnRef>
          <a:fillRef idx="0">
            <a:schemeClr val="accent1"/>
          </a:fillRef>
          <a:effectRef idx="1">
            <a:schemeClr val="accent1"/>
          </a:effectRef>
          <a:fontRef idx="minor"/>
        </p:style>
        <p:txBody>
          <a:bodyPr lIns="90000" rIns="90000" tIns="45000" bIns="45000" anchor="t" anchorCtr="1">
            <a:noAutofit/>
          </a:bodyPr>
          <a:p>
            <a:endParaRPr b="0" lang="es-MX" sz="1800" spc="-1" strike="noStrike">
              <a:solidFill>
                <a:srgbClr val="000000"/>
              </a:solidFill>
              <a:latin typeface="Arial"/>
            </a:endParaRPr>
          </a:p>
        </p:txBody>
      </p:sp>
      <p:sp>
        <p:nvSpPr>
          <p:cNvPr id="753" name="Straight Connector 4"/>
          <p:cNvSpPr/>
          <p:nvPr/>
        </p:nvSpPr>
        <p:spPr>
          <a:xfrm>
            <a:off x="1432080" y="6228000"/>
            <a:ext cx="6472080" cy="360"/>
          </a:xfrm>
          <a:prstGeom prst="line">
            <a:avLst/>
          </a:prstGeom>
          <a:ln w="57150">
            <a:solidFill>
              <a:srgbClr val="2c2900"/>
            </a:solidFill>
            <a:round/>
          </a:ln>
        </p:spPr>
        <p:style>
          <a:lnRef idx="2">
            <a:schemeClr val="accent1"/>
          </a:lnRef>
          <a:fillRef idx="0">
            <a:schemeClr val="accent1"/>
          </a:fillRef>
          <a:effectRef idx="1">
            <a:schemeClr val="accent1"/>
          </a:effectRef>
          <a:fontRef idx="minor"/>
        </p:style>
        <p:txBody>
          <a:bodyPr lIns="90000" rIns="90000" tIns="-44640" bIns="-44640" anchor="t" anchorCtr="1">
            <a:noAutofit/>
          </a:bodyPr>
          <a:p>
            <a:endParaRPr b="0" lang="es-MX" sz="1800" spc="-1" strike="noStrike">
              <a:solidFill>
                <a:srgbClr val="000000"/>
              </a:solidFill>
              <a:latin typeface="Arial"/>
            </a:endParaRPr>
          </a:p>
        </p:txBody>
      </p:sp>
      <p:sp>
        <p:nvSpPr>
          <p:cNvPr id="754" name="TextBox 5"/>
          <p:cNvSpPr/>
          <p:nvPr/>
        </p:nvSpPr>
        <p:spPr>
          <a:xfrm>
            <a:off x="2604600" y="6259680"/>
            <a:ext cx="393300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800" spc="-1" strike="noStrike">
                <a:solidFill>
                  <a:srgbClr val="2c2900"/>
                </a:solidFill>
                <a:latin typeface="Century Gothic"/>
                <a:ea typeface="DejaVu Sans"/>
              </a:rPr>
              <a:t>Independent variables</a:t>
            </a:r>
            <a:endParaRPr b="0" lang="es-MX" sz="2800" spc="-1" strike="noStrike">
              <a:solidFill>
                <a:srgbClr val="000000"/>
              </a:solidFill>
              <a:latin typeface="Arial"/>
            </a:endParaRPr>
          </a:p>
        </p:txBody>
      </p:sp>
      <p:sp>
        <p:nvSpPr>
          <p:cNvPr id="755" name="TextBox 6"/>
          <p:cNvSpPr/>
          <p:nvPr/>
        </p:nvSpPr>
        <p:spPr>
          <a:xfrm rot="16200000">
            <a:off x="-641520" y="2962440"/>
            <a:ext cx="327132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800" spc="-1" strike="noStrike">
                <a:solidFill>
                  <a:srgbClr val="2c2900"/>
                </a:solidFill>
                <a:latin typeface="Century Gothic"/>
                <a:ea typeface="DejaVu Sans"/>
              </a:rPr>
              <a:t>Modeled response</a:t>
            </a:r>
            <a:endParaRPr b="0" lang="es-MX" sz="2800" spc="-1" strike="noStrike">
              <a:solidFill>
                <a:srgbClr val="000000"/>
              </a:solidFill>
              <a:latin typeface="Arial"/>
            </a:endParaRPr>
          </a:p>
        </p:txBody>
      </p:sp>
      <p:sp>
        <p:nvSpPr>
          <p:cNvPr id="756" name="Oval 7"/>
          <p:cNvSpPr/>
          <p:nvPr/>
        </p:nvSpPr>
        <p:spPr>
          <a:xfrm>
            <a:off x="1864440" y="50605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57" name="Oval 8"/>
          <p:cNvSpPr/>
          <p:nvPr/>
        </p:nvSpPr>
        <p:spPr>
          <a:xfrm>
            <a:off x="2810160" y="540360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58" name="Oval 9"/>
          <p:cNvSpPr/>
          <p:nvPr/>
        </p:nvSpPr>
        <p:spPr>
          <a:xfrm>
            <a:off x="3142080" y="48139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59" name="Oval 10"/>
          <p:cNvSpPr/>
          <p:nvPr/>
        </p:nvSpPr>
        <p:spPr>
          <a:xfrm>
            <a:off x="3619080" y="504504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60" name="Oval 11"/>
          <p:cNvSpPr/>
          <p:nvPr/>
        </p:nvSpPr>
        <p:spPr>
          <a:xfrm>
            <a:off x="3992400" y="420444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61" name="Oval 12"/>
          <p:cNvSpPr/>
          <p:nvPr/>
        </p:nvSpPr>
        <p:spPr>
          <a:xfrm>
            <a:off x="4585680" y="342900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62" name="Oval 13"/>
          <p:cNvSpPr/>
          <p:nvPr/>
        </p:nvSpPr>
        <p:spPr>
          <a:xfrm>
            <a:off x="5004000" y="3276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63" name="Oval 14"/>
          <p:cNvSpPr/>
          <p:nvPr/>
        </p:nvSpPr>
        <p:spPr>
          <a:xfrm>
            <a:off x="5187960" y="28324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64" name="Oval 15"/>
          <p:cNvSpPr/>
          <p:nvPr/>
        </p:nvSpPr>
        <p:spPr>
          <a:xfrm>
            <a:off x="7733520" y="3193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65" name="Oval 16"/>
          <p:cNvSpPr/>
          <p:nvPr/>
        </p:nvSpPr>
        <p:spPr>
          <a:xfrm>
            <a:off x="5492520" y="3123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66" name="Oval 17"/>
          <p:cNvSpPr/>
          <p:nvPr/>
        </p:nvSpPr>
        <p:spPr>
          <a:xfrm>
            <a:off x="6147000" y="16153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67" name="Oval 19"/>
          <p:cNvSpPr/>
          <p:nvPr/>
        </p:nvSpPr>
        <p:spPr>
          <a:xfrm>
            <a:off x="6868080" y="14626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68" name="Oval 20"/>
          <p:cNvSpPr/>
          <p:nvPr/>
        </p:nvSpPr>
        <p:spPr>
          <a:xfrm>
            <a:off x="5953680" y="27561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69" name="Oval 21"/>
          <p:cNvSpPr/>
          <p:nvPr/>
        </p:nvSpPr>
        <p:spPr>
          <a:xfrm>
            <a:off x="1444680" y="5327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70" name="Oval 22"/>
          <p:cNvSpPr/>
          <p:nvPr/>
        </p:nvSpPr>
        <p:spPr>
          <a:xfrm>
            <a:off x="7121160" y="4413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71" name="Oval 23"/>
          <p:cNvSpPr/>
          <p:nvPr/>
        </p:nvSpPr>
        <p:spPr>
          <a:xfrm>
            <a:off x="6559560" y="1961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72" name="Oval 24"/>
          <p:cNvSpPr/>
          <p:nvPr/>
        </p:nvSpPr>
        <p:spPr>
          <a:xfrm>
            <a:off x="2374560" y="52509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73" name="Oval 25"/>
          <p:cNvSpPr/>
          <p:nvPr/>
        </p:nvSpPr>
        <p:spPr>
          <a:xfrm>
            <a:off x="3780000" y="467496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74" name="Oval 26"/>
          <p:cNvSpPr/>
          <p:nvPr/>
        </p:nvSpPr>
        <p:spPr>
          <a:xfrm>
            <a:off x="6039360" y="211428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75" name="Oval 27"/>
          <p:cNvSpPr/>
          <p:nvPr/>
        </p:nvSpPr>
        <p:spPr>
          <a:xfrm>
            <a:off x="4423320" y="3906720"/>
            <a:ext cx="146520" cy="150480"/>
          </a:xfrm>
          <a:prstGeom prst="ellipse">
            <a:avLst/>
          </a:prstGeom>
          <a:solidFill>
            <a:srgbClr val="ffff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776" name="Oval 19"/>
          <p:cNvSpPr/>
          <p:nvPr/>
        </p:nvSpPr>
        <p:spPr>
          <a:xfrm>
            <a:off x="6972840" y="257400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77" name="Oval 19"/>
          <p:cNvSpPr/>
          <p:nvPr/>
        </p:nvSpPr>
        <p:spPr>
          <a:xfrm>
            <a:off x="7460280" y="216828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78" name="Oval 19"/>
          <p:cNvSpPr/>
          <p:nvPr/>
        </p:nvSpPr>
        <p:spPr>
          <a:xfrm>
            <a:off x="7980120" y="201276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79" name="Oval 19"/>
          <p:cNvSpPr/>
          <p:nvPr/>
        </p:nvSpPr>
        <p:spPr>
          <a:xfrm>
            <a:off x="6531480" y="277308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80" name="Oval 19"/>
          <p:cNvSpPr/>
          <p:nvPr/>
        </p:nvSpPr>
        <p:spPr>
          <a:xfrm>
            <a:off x="7460280" y="281592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81" name="Oval 19"/>
          <p:cNvSpPr/>
          <p:nvPr/>
        </p:nvSpPr>
        <p:spPr>
          <a:xfrm>
            <a:off x="6113880" y="309600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82" name="Oval 19"/>
          <p:cNvSpPr/>
          <p:nvPr/>
        </p:nvSpPr>
        <p:spPr>
          <a:xfrm>
            <a:off x="7881480" y="294696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83" name="Oval 19"/>
          <p:cNvSpPr/>
          <p:nvPr/>
        </p:nvSpPr>
        <p:spPr>
          <a:xfrm>
            <a:off x="5168520" y="357156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84" name="Oval 19"/>
          <p:cNvSpPr/>
          <p:nvPr/>
        </p:nvSpPr>
        <p:spPr>
          <a:xfrm>
            <a:off x="5850000" y="348408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85" name="Oval 19"/>
          <p:cNvSpPr/>
          <p:nvPr/>
        </p:nvSpPr>
        <p:spPr>
          <a:xfrm>
            <a:off x="2884680" y="443700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86" name="Oval 19"/>
          <p:cNvSpPr/>
          <p:nvPr/>
        </p:nvSpPr>
        <p:spPr>
          <a:xfrm>
            <a:off x="7958880" y="383616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87" name="Oval 19"/>
          <p:cNvSpPr/>
          <p:nvPr/>
        </p:nvSpPr>
        <p:spPr>
          <a:xfrm>
            <a:off x="6811200" y="233712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88" name="Oval 19"/>
          <p:cNvSpPr/>
          <p:nvPr/>
        </p:nvSpPr>
        <p:spPr>
          <a:xfrm>
            <a:off x="3427200" y="397764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89" name="Oval 19"/>
          <p:cNvSpPr/>
          <p:nvPr/>
        </p:nvSpPr>
        <p:spPr>
          <a:xfrm>
            <a:off x="3942360" y="383616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90" name="Oval 19"/>
          <p:cNvSpPr/>
          <p:nvPr/>
        </p:nvSpPr>
        <p:spPr>
          <a:xfrm>
            <a:off x="4803120" y="298512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91" name="Oval 19"/>
          <p:cNvSpPr/>
          <p:nvPr/>
        </p:nvSpPr>
        <p:spPr>
          <a:xfrm>
            <a:off x="7195680" y="358308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92" name="Oval 19"/>
          <p:cNvSpPr/>
          <p:nvPr/>
        </p:nvSpPr>
        <p:spPr>
          <a:xfrm>
            <a:off x="7683840" y="350676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793" name="Oval 19"/>
          <p:cNvSpPr/>
          <p:nvPr/>
        </p:nvSpPr>
        <p:spPr>
          <a:xfrm>
            <a:off x="6811200" y="3211560"/>
            <a:ext cx="146520" cy="150480"/>
          </a:xfrm>
          <a:prstGeom prst="ellipse">
            <a:avLst/>
          </a:prstGeom>
          <a:solidFill>
            <a:srgbClr val="ff000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787"/>
                                        </p:tgtEl>
                                        <p:attrNameLst>
                                          <p:attrName>style.visibility</p:attrName>
                                        </p:attrNameLst>
                                      </p:cBhvr>
                                      <p:to>
                                        <p:strVal val="visible"/>
                                      </p:to>
                                    </p:set>
                                  </p:childTnLst>
                                </p:cTn>
                              </p:par>
                              <p:par>
                                <p:cTn id="35" nodeType="withEffect" fill="hold" presetClass="entr" presetID="1">
                                  <p:stCondLst>
                                    <p:cond delay="0"/>
                                  </p:stCondLst>
                                  <p:childTnLst>
                                    <p:set>
                                      <p:cBhvr>
                                        <p:cTn id="36" dur="1" fill="hold">
                                          <p:stCondLst>
                                            <p:cond delay="0"/>
                                          </p:stCondLst>
                                        </p:cTn>
                                        <p:tgtEl>
                                          <p:spTgt spid="785"/>
                                        </p:tgtEl>
                                        <p:attrNameLst>
                                          <p:attrName>style.visibility</p:attrName>
                                        </p:attrNameLst>
                                      </p:cBhvr>
                                      <p:to>
                                        <p:strVal val="visible"/>
                                      </p:to>
                                    </p:set>
                                  </p:childTnLst>
                                </p:cTn>
                              </p:par>
                              <p:par>
                                <p:cTn id="37" nodeType="withEffect" fill="hold" presetClass="entr" presetID="1">
                                  <p:stCondLst>
                                    <p:cond delay="0"/>
                                  </p:stCondLst>
                                  <p:childTnLst>
                                    <p:set>
                                      <p:cBhvr>
                                        <p:cTn id="38" dur="1" fill="hold">
                                          <p:stCondLst>
                                            <p:cond delay="0"/>
                                          </p:stCondLst>
                                        </p:cTn>
                                        <p:tgtEl>
                                          <p:spTgt spid="788"/>
                                        </p:tgtEl>
                                        <p:attrNameLst>
                                          <p:attrName>style.visibility</p:attrName>
                                        </p:attrNameLst>
                                      </p:cBhvr>
                                      <p:to>
                                        <p:strVal val="visible"/>
                                      </p:to>
                                    </p:set>
                                  </p:childTnLst>
                                </p:cTn>
                              </p:par>
                              <p:par>
                                <p:cTn id="39" nodeType="withEffect" fill="hold" presetClass="entr" presetID="1">
                                  <p:stCondLst>
                                    <p:cond delay="0"/>
                                  </p:stCondLst>
                                  <p:childTnLst>
                                    <p:set>
                                      <p:cBhvr>
                                        <p:cTn id="40" dur="1" fill="hold">
                                          <p:stCondLst>
                                            <p:cond delay="0"/>
                                          </p:stCondLst>
                                        </p:cTn>
                                        <p:tgtEl>
                                          <p:spTgt spid="789"/>
                                        </p:tgtEl>
                                        <p:attrNameLst>
                                          <p:attrName>style.visibility</p:attrName>
                                        </p:attrNameLst>
                                      </p:cBhvr>
                                      <p:to>
                                        <p:strVal val="visible"/>
                                      </p:to>
                                    </p:set>
                                  </p:childTnLst>
                                </p:cTn>
                              </p:par>
                              <p:par>
                                <p:cTn id="41" nodeType="withEffect" fill="hold" presetClass="entr" presetID="1">
                                  <p:stCondLst>
                                    <p:cond delay="0"/>
                                  </p:stCondLst>
                                  <p:childTnLst>
                                    <p:set>
                                      <p:cBhvr>
                                        <p:cTn id="42" dur="1" fill="hold">
                                          <p:stCondLst>
                                            <p:cond delay="0"/>
                                          </p:stCondLst>
                                        </p:cTn>
                                        <p:tgtEl>
                                          <p:spTgt spid="790"/>
                                        </p:tgtEl>
                                        <p:attrNameLst>
                                          <p:attrName>style.visibility</p:attrName>
                                        </p:attrNameLst>
                                      </p:cBhvr>
                                      <p:to>
                                        <p:strVal val="visible"/>
                                      </p:to>
                                    </p:set>
                                  </p:childTnLst>
                                </p:cTn>
                              </p:par>
                              <p:par>
                                <p:cTn id="43" nodeType="withEffect" fill="hold" presetClass="entr" presetID="1">
                                  <p:stCondLst>
                                    <p:cond delay="0"/>
                                  </p:stCondLst>
                                  <p:childTnLst>
                                    <p:set>
                                      <p:cBhvr>
                                        <p:cTn id="44" dur="1" fill="hold">
                                          <p:stCondLst>
                                            <p:cond delay="0"/>
                                          </p:stCondLst>
                                        </p:cTn>
                                        <p:tgtEl>
                                          <p:spTgt spid="783"/>
                                        </p:tgtEl>
                                        <p:attrNameLst>
                                          <p:attrName>style.visibility</p:attrName>
                                        </p:attrNameLst>
                                      </p:cBhvr>
                                      <p:to>
                                        <p:strVal val="visible"/>
                                      </p:to>
                                    </p:set>
                                  </p:childTnLst>
                                </p:cTn>
                              </p:par>
                              <p:par>
                                <p:cTn id="45" nodeType="withEffect" fill="hold" presetClass="entr" presetID="1">
                                  <p:stCondLst>
                                    <p:cond delay="0"/>
                                  </p:stCondLst>
                                  <p:childTnLst>
                                    <p:set>
                                      <p:cBhvr>
                                        <p:cTn id="46" dur="1" fill="hold">
                                          <p:stCondLst>
                                            <p:cond delay="0"/>
                                          </p:stCondLst>
                                        </p:cTn>
                                        <p:tgtEl>
                                          <p:spTgt spid="784"/>
                                        </p:tgtEl>
                                        <p:attrNameLst>
                                          <p:attrName>style.visibility</p:attrName>
                                        </p:attrNameLst>
                                      </p:cBhvr>
                                      <p:to>
                                        <p:strVal val="visible"/>
                                      </p:to>
                                    </p:set>
                                  </p:childTnLst>
                                </p:cTn>
                              </p:par>
                              <p:par>
                                <p:cTn id="47" nodeType="withEffect" fill="hold" presetClass="entr" presetID="1">
                                  <p:stCondLst>
                                    <p:cond delay="0"/>
                                  </p:stCondLst>
                                  <p:childTnLst>
                                    <p:set>
                                      <p:cBhvr>
                                        <p:cTn id="48" dur="1" fill="hold">
                                          <p:stCondLst>
                                            <p:cond delay="0"/>
                                          </p:stCondLst>
                                        </p:cTn>
                                        <p:tgtEl>
                                          <p:spTgt spid="781"/>
                                        </p:tgtEl>
                                        <p:attrNameLst>
                                          <p:attrName>style.visibility</p:attrName>
                                        </p:attrNameLst>
                                      </p:cBhvr>
                                      <p:to>
                                        <p:strVal val="visible"/>
                                      </p:to>
                                    </p:set>
                                  </p:childTnLst>
                                </p:cTn>
                              </p:par>
                              <p:par>
                                <p:cTn id="49" nodeType="withEffect" fill="hold" presetClass="entr" presetID="1">
                                  <p:stCondLst>
                                    <p:cond delay="0"/>
                                  </p:stCondLst>
                                  <p:childTnLst>
                                    <p:set>
                                      <p:cBhvr>
                                        <p:cTn id="50" dur="1" fill="hold">
                                          <p:stCondLst>
                                            <p:cond delay="0"/>
                                          </p:stCondLst>
                                        </p:cTn>
                                        <p:tgtEl>
                                          <p:spTgt spid="779"/>
                                        </p:tgtEl>
                                        <p:attrNameLst>
                                          <p:attrName>style.visibility</p:attrName>
                                        </p:attrNameLst>
                                      </p:cBhvr>
                                      <p:to>
                                        <p:strVal val="visible"/>
                                      </p:to>
                                    </p:set>
                                  </p:childTnLst>
                                </p:cTn>
                              </p:par>
                              <p:par>
                                <p:cTn id="51" nodeType="withEffect" fill="hold" presetClass="entr" presetID="1">
                                  <p:stCondLst>
                                    <p:cond delay="0"/>
                                  </p:stCondLst>
                                  <p:childTnLst>
                                    <p:set>
                                      <p:cBhvr>
                                        <p:cTn id="52" dur="1" fill="hold">
                                          <p:stCondLst>
                                            <p:cond delay="0"/>
                                          </p:stCondLst>
                                        </p:cTn>
                                        <p:tgtEl>
                                          <p:spTgt spid="793"/>
                                        </p:tgtEl>
                                        <p:attrNameLst>
                                          <p:attrName>style.visibility</p:attrName>
                                        </p:attrNameLst>
                                      </p:cBhvr>
                                      <p:to>
                                        <p:strVal val="visible"/>
                                      </p:to>
                                    </p:set>
                                  </p:childTnLst>
                                </p:cTn>
                              </p:par>
                              <p:par>
                                <p:cTn id="53" nodeType="withEffect" fill="hold" presetClass="entr" presetID="1">
                                  <p:stCondLst>
                                    <p:cond delay="0"/>
                                  </p:stCondLst>
                                  <p:childTnLst>
                                    <p:set>
                                      <p:cBhvr>
                                        <p:cTn id="54" dur="1" fill="hold">
                                          <p:stCondLst>
                                            <p:cond delay="0"/>
                                          </p:stCondLst>
                                        </p:cTn>
                                        <p:tgtEl>
                                          <p:spTgt spid="776"/>
                                        </p:tgtEl>
                                        <p:attrNameLst>
                                          <p:attrName>style.visibility</p:attrName>
                                        </p:attrNameLst>
                                      </p:cBhvr>
                                      <p:to>
                                        <p:strVal val="visible"/>
                                      </p:to>
                                    </p:set>
                                  </p:childTnLst>
                                </p:cTn>
                              </p:par>
                              <p:par>
                                <p:cTn id="55" nodeType="withEffect" fill="hold" presetClass="entr" presetID="1">
                                  <p:stCondLst>
                                    <p:cond delay="0"/>
                                  </p:stCondLst>
                                  <p:childTnLst>
                                    <p:set>
                                      <p:cBhvr>
                                        <p:cTn id="56" dur="1" fill="hold">
                                          <p:stCondLst>
                                            <p:cond delay="0"/>
                                          </p:stCondLst>
                                        </p:cTn>
                                        <p:tgtEl>
                                          <p:spTgt spid="777"/>
                                        </p:tgtEl>
                                        <p:attrNameLst>
                                          <p:attrName>style.visibility</p:attrName>
                                        </p:attrNameLst>
                                      </p:cBhvr>
                                      <p:to>
                                        <p:strVal val="visible"/>
                                      </p:to>
                                    </p:set>
                                  </p:childTnLst>
                                </p:cTn>
                              </p:par>
                              <p:par>
                                <p:cTn id="57" nodeType="withEffect" fill="hold" presetClass="entr" presetID="1">
                                  <p:stCondLst>
                                    <p:cond delay="0"/>
                                  </p:stCondLst>
                                  <p:childTnLst>
                                    <p:set>
                                      <p:cBhvr>
                                        <p:cTn id="58" dur="1" fill="hold">
                                          <p:stCondLst>
                                            <p:cond delay="0"/>
                                          </p:stCondLst>
                                        </p:cTn>
                                        <p:tgtEl>
                                          <p:spTgt spid="778"/>
                                        </p:tgtEl>
                                        <p:attrNameLst>
                                          <p:attrName>style.visibility</p:attrName>
                                        </p:attrNameLst>
                                      </p:cBhvr>
                                      <p:to>
                                        <p:strVal val="visible"/>
                                      </p:to>
                                    </p:set>
                                  </p:childTnLst>
                                </p:cTn>
                              </p:par>
                              <p:par>
                                <p:cTn id="59" nodeType="withEffect" fill="hold" presetClass="entr" presetID="1">
                                  <p:stCondLst>
                                    <p:cond delay="0"/>
                                  </p:stCondLst>
                                  <p:childTnLst>
                                    <p:set>
                                      <p:cBhvr>
                                        <p:cTn id="60" dur="1" fill="hold">
                                          <p:stCondLst>
                                            <p:cond delay="0"/>
                                          </p:stCondLst>
                                        </p:cTn>
                                        <p:tgtEl>
                                          <p:spTgt spid="780"/>
                                        </p:tgtEl>
                                        <p:attrNameLst>
                                          <p:attrName>style.visibility</p:attrName>
                                        </p:attrNameLst>
                                      </p:cBhvr>
                                      <p:to>
                                        <p:strVal val="visible"/>
                                      </p:to>
                                    </p:set>
                                  </p:childTnLst>
                                </p:cTn>
                              </p:par>
                              <p:par>
                                <p:cTn id="61" nodeType="withEffect" fill="hold" presetClass="entr" presetID="1">
                                  <p:stCondLst>
                                    <p:cond delay="0"/>
                                  </p:stCondLst>
                                  <p:childTnLst>
                                    <p:set>
                                      <p:cBhvr>
                                        <p:cTn id="62" dur="1" fill="hold">
                                          <p:stCondLst>
                                            <p:cond delay="0"/>
                                          </p:stCondLst>
                                        </p:cTn>
                                        <p:tgtEl>
                                          <p:spTgt spid="782"/>
                                        </p:tgtEl>
                                        <p:attrNameLst>
                                          <p:attrName>style.visibility</p:attrName>
                                        </p:attrNameLst>
                                      </p:cBhvr>
                                      <p:to>
                                        <p:strVal val="visible"/>
                                      </p:to>
                                    </p:set>
                                  </p:childTnLst>
                                </p:cTn>
                              </p:par>
                              <p:par>
                                <p:cTn id="63" nodeType="withEffect" fill="hold" presetClass="entr" presetID="1">
                                  <p:stCondLst>
                                    <p:cond delay="0"/>
                                  </p:stCondLst>
                                  <p:childTnLst>
                                    <p:set>
                                      <p:cBhvr>
                                        <p:cTn id="64" dur="1" fill="hold">
                                          <p:stCondLst>
                                            <p:cond delay="0"/>
                                          </p:stCondLst>
                                        </p:cTn>
                                        <p:tgtEl>
                                          <p:spTgt spid="791"/>
                                        </p:tgtEl>
                                        <p:attrNameLst>
                                          <p:attrName>style.visibility</p:attrName>
                                        </p:attrNameLst>
                                      </p:cBhvr>
                                      <p:to>
                                        <p:strVal val="visible"/>
                                      </p:to>
                                    </p:set>
                                  </p:childTnLst>
                                </p:cTn>
                              </p:par>
                              <p:par>
                                <p:cTn id="65" nodeType="withEffect" fill="hold" presetClass="entr" presetID="1">
                                  <p:stCondLst>
                                    <p:cond delay="0"/>
                                  </p:stCondLst>
                                  <p:childTnLst>
                                    <p:set>
                                      <p:cBhvr>
                                        <p:cTn id="66" dur="1" fill="hold">
                                          <p:stCondLst>
                                            <p:cond delay="0"/>
                                          </p:stCondLst>
                                        </p:cTn>
                                        <p:tgtEl>
                                          <p:spTgt spid="792"/>
                                        </p:tgtEl>
                                        <p:attrNameLst>
                                          <p:attrName>style.visibility</p:attrName>
                                        </p:attrNameLst>
                                      </p:cBhvr>
                                      <p:to>
                                        <p:strVal val="visible"/>
                                      </p:to>
                                    </p:set>
                                  </p:childTnLst>
                                </p:cTn>
                              </p:par>
                              <p:par>
                                <p:cTn id="67" nodeType="withEffect" fill="hold" presetClass="entr" presetID="1">
                                  <p:stCondLst>
                                    <p:cond delay="0"/>
                                  </p:stCondLst>
                                  <p:childTnLst>
                                    <p:set>
                                      <p:cBhvr>
                                        <p:cTn id="68" dur="1" fill="hold">
                                          <p:stCondLst>
                                            <p:cond delay="0"/>
                                          </p:stCondLst>
                                        </p:cTn>
                                        <p:tgtEl>
                                          <p:spTgt spid="7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94" name="Imagen 3" descr=""/>
          <p:cNvPicPr/>
          <p:nvPr/>
        </p:nvPicPr>
        <p:blipFill>
          <a:blip r:embed="rId1"/>
          <a:stretch/>
        </p:blipFill>
        <p:spPr>
          <a:xfrm>
            <a:off x="6097680" y="4509000"/>
            <a:ext cx="2907000" cy="21798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795" name="Imagen 2" descr=""/>
          <p:cNvPicPr/>
          <p:nvPr/>
        </p:nvPicPr>
        <p:blipFill>
          <a:blip r:embed="rId2"/>
          <a:stretch/>
        </p:blipFill>
        <p:spPr>
          <a:xfrm>
            <a:off x="3048480" y="2853000"/>
            <a:ext cx="2909880" cy="218196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796" name="Imagen 1" descr=""/>
          <p:cNvPicPr/>
          <p:nvPr/>
        </p:nvPicPr>
        <p:blipFill>
          <a:blip r:embed="rId3"/>
          <a:stretch/>
        </p:blipFill>
        <p:spPr>
          <a:xfrm>
            <a:off x="180000" y="765360"/>
            <a:ext cx="3015360" cy="22608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sp>
        <p:nvSpPr>
          <p:cNvPr id="797" name="CuadroTexto 5"/>
          <p:cNvSpPr/>
          <p:nvPr/>
        </p:nvSpPr>
        <p:spPr>
          <a:xfrm>
            <a:off x="2108520" y="54000"/>
            <a:ext cx="4887360" cy="577440"/>
          </a:xfrm>
          <a:prstGeom prst="rect">
            <a:avLst/>
          </a:prstGeom>
          <a:solidFill>
            <a:srgbClr val="ffffff"/>
          </a:solidFill>
          <a:ln w="0">
            <a:noFill/>
          </a:ln>
        </p:spPr>
        <p:style>
          <a:lnRef idx="0"/>
          <a:fillRef idx="0"/>
          <a:effectRef idx="0"/>
          <a:fontRef idx="minor"/>
        </p:style>
        <p:txBody>
          <a:bodyPr wrap="none" lIns="90000" rIns="90000" tIns="45000" bIns="45000" anchor="t">
            <a:spAutoFit/>
          </a:bodyPr>
          <a:p>
            <a:pPr>
              <a:lnSpc>
                <a:spcPct val="100000"/>
              </a:lnSpc>
            </a:pPr>
            <a:r>
              <a:rPr b="1" lang="es-MX" sz="3200" spc="-1" strike="noStrike">
                <a:solidFill>
                  <a:srgbClr val="2c2900"/>
                </a:solidFill>
                <a:latin typeface="Century Gothic"/>
                <a:ea typeface="DejaVu Sans"/>
              </a:rPr>
              <a:t>¿Qué modelo es mejor?</a:t>
            </a:r>
            <a:endParaRPr b="0" lang="es-MX"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98" name="Imagen 3" descr=""/>
          <p:cNvPicPr/>
          <p:nvPr/>
        </p:nvPicPr>
        <p:blipFill>
          <a:blip r:embed="rId1"/>
          <a:stretch/>
        </p:blipFill>
        <p:spPr>
          <a:xfrm>
            <a:off x="6097680" y="4509000"/>
            <a:ext cx="2907000" cy="21798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799" name="Imagen 2" descr=""/>
          <p:cNvPicPr/>
          <p:nvPr/>
        </p:nvPicPr>
        <p:blipFill>
          <a:blip r:embed="rId2"/>
          <a:stretch/>
        </p:blipFill>
        <p:spPr>
          <a:xfrm>
            <a:off x="3048480" y="2853000"/>
            <a:ext cx="2909880" cy="218196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pic>
        <p:nvPicPr>
          <p:cNvPr id="800" name="Imagen 1" descr=""/>
          <p:cNvPicPr/>
          <p:nvPr/>
        </p:nvPicPr>
        <p:blipFill>
          <a:blip r:embed="rId3"/>
          <a:stretch/>
        </p:blipFill>
        <p:spPr>
          <a:xfrm>
            <a:off x="144000" y="765360"/>
            <a:ext cx="3015360" cy="22608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sp>
        <p:nvSpPr>
          <p:cNvPr id="801" name="CuadroTexto 5"/>
          <p:cNvSpPr/>
          <p:nvPr/>
        </p:nvSpPr>
        <p:spPr>
          <a:xfrm>
            <a:off x="0" y="0"/>
            <a:ext cx="9034200" cy="455400"/>
          </a:xfrm>
          <a:prstGeom prst="rect">
            <a:avLst/>
          </a:prstGeom>
          <a:solidFill>
            <a:srgbClr val="ffffff"/>
          </a:solidFill>
          <a:ln w="0">
            <a:noFill/>
          </a:ln>
        </p:spPr>
        <p:style>
          <a:lnRef idx="0"/>
          <a:fillRef idx="0"/>
          <a:effectRef idx="0"/>
          <a:fontRef idx="minor"/>
        </p:style>
        <p:txBody>
          <a:bodyPr lIns="90000" rIns="90000" tIns="45000" bIns="45000" anchor="t">
            <a:spAutoFit/>
          </a:bodyPr>
          <a:p>
            <a:pPr algn="ctr">
              <a:lnSpc>
                <a:spcPct val="100000"/>
              </a:lnSpc>
            </a:pPr>
            <a:r>
              <a:rPr b="1" lang="es-MX" sz="2400" spc="-1" strike="noStrike">
                <a:solidFill>
                  <a:srgbClr val="2c2900"/>
                </a:solidFill>
                <a:latin typeface="Century Gothic"/>
                <a:ea typeface="DejaVu Sans"/>
              </a:rPr>
              <a:t>Balance complejidad, sobreajuste y generalización</a:t>
            </a:r>
            <a:endParaRPr b="0" lang="es-MX"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2" name="Rectángulo 2"/>
          <p:cNvSpPr/>
          <p:nvPr/>
        </p:nvSpPr>
        <p:spPr>
          <a:xfrm>
            <a:off x="539640" y="179280"/>
            <a:ext cx="8134920" cy="6053760"/>
          </a:xfrm>
          <a:prstGeom prst="rect">
            <a:avLst/>
          </a:prstGeom>
          <a:gradFill rotWithShape="0">
            <a:gsLst>
              <a:gs pos="0">
                <a:srgbClr val="fffbd1"/>
              </a:gs>
              <a:gs pos="100000">
                <a:srgbClr val="ffc000"/>
              </a:gs>
            </a:gsLst>
            <a:lin ang="0"/>
          </a:gra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pic>
        <p:nvPicPr>
          <p:cNvPr id="803" name="Picture 4" descr="Icono De La Carretera De Los Vehículos Negros Símbolo De Carretera Señal De  Carretera Pasos10 Stock de ilustración - Ilustración de emblema, icono:  165481582"/>
          <p:cNvPicPr/>
          <p:nvPr/>
        </p:nvPicPr>
        <p:blipFill>
          <a:blip r:embed="rId1"/>
          <a:srcRect l="0" t="15362" r="0" b="0"/>
          <a:stretch/>
        </p:blipFill>
        <p:spPr>
          <a:xfrm>
            <a:off x="834840" y="7200"/>
            <a:ext cx="1350720" cy="1999440"/>
          </a:xfrm>
          <a:prstGeom prst="rect">
            <a:avLst/>
          </a:prstGeom>
          <a:ln w="0">
            <a:noFill/>
          </a:ln>
        </p:spPr>
      </p:pic>
      <p:pic>
        <p:nvPicPr>
          <p:cNvPr id="804" name="Picture 2" descr="Ciudad Edificios Símbolo Icono Ilustración Vectorial Diseño Gráfico  Ilustraciones Svg, Vectoriales, Clip Art Vectorizado Libre De Derechos.  Image 71716234."/>
          <p:cNvPicPr/>
          <p:nvPr/>
        </p:nvPicPr>
        <p:blipFill>
          <a:blip r:embed="rId2"/>
          <a:stretch/>
        </p:blipFill>
        <p:spPr>
          <a:xfrm>
            <a:off x="457920" y="1116000"/>
            <a:ext cx="1604520" cy="1604520"/>
          </a:xfrm>
          <a:prstGeom prst="rect">
            <a:avLst/>
          </a:prstGeom>
          <a:ln w="0">
            <a:noFill/>
          </a:ln>
        </p:spPr>
      </p:pic>
      <p:sp>
        <p:nvSpPr>
          <p:cNvPr id="805" name="Elipse 3"/>
          <p:cNvSpPr/>
          <p:nvPr/>
        </p:nvSpPr>
        <p:spPr>
          <a:xfrm>
            <a:off x="1406160" y="246168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06" name="Elipse 7"/>
          <p:cNvSpPr/>
          <p:nvPr/>
        </p:nvSpPr>
        <p:spPr>
          <a:xfrm>
            <a:off x="819000" y="120816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07" name="Elipse 8"/>
          <p:cNvSpPr/>
          <p:nvPr/>
        </p:nvSpPr>
        <p:spPr>
          <a:xfrm>
            <a:off x="1376640" y="118188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08" name="Elipse 9"/>
          <p:cNvSpPr/>
          <p:nvPr/>
        </p:nvSpPr>
        <p:spPr>
          <a:xfrm>
            <a:off x="1134720" y="248652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09" name="Elipse 10"/>
          <p:cNvSpPr/>
          <p:nvPr/>
        </p:nvSpPr>
        <p:spPr>
          <a:xfrm>
            <a:off x="946440" y="280584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10" name="Elipse 11"/>
          <p:cNvSpPr/>
          <p:nvPr/>
        </p:nvSpPr>
        <p:spPr>
          <a:xfrm>
            <a:off x="1263600" y="255348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11" name="Elipse 12"/>
          <p:cNvSpPr/>
          <p:nvPr/>
        </p:nvSpPr>
        <p:spPr>
          <a:xfrm>
            <a:off x="1695600" y="149544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12" name="Elipse 13"/>
          <p:cNvSpPr/>
          <p:nvPr/>
        </p:nvSpPr>
        <p:spPr>
          <a:xfrm>
            <a:off x="1822680" y="182304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13" name="Elipse 14"/>
          <p:cNvSpPr/>
          <p:nvPr/>
        </p:nvSpPr>
        <p:spPr>
          <a:xfrm>
            <a:off x="1692360" y="246204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14" name="Elipse 15"/>
          <p:cNvSpPr/>
          <p:nvPr/>
        </p:nvSpPr>
        <p:spPr>
          <a:xfrm>
            <a:off x="5154480" y="232128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15" name="Elipse 16"/>
          <p:cNvSpPr/>
          <p:nvPr/>
        </p:nvSpPr>
        <p:spPr>
          <a:xfrm>
            <a:off x="1412640" y="62748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16" name="Elipse 17"/>
          <p:cNvSpPr/>
          <p:nvPr/>
        </p:nvSpPr>
        <p:spPr>
          <a:xfrm>
            <a:off x="834840" y="254232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17" name="Elipse 18"/>
          <p:cNvSpPr/>
          <p:nvPr/>
        </p:nvSpPr>
        <p:spPr>
          <a:xfrm>
            <a:off x="792720" y="135180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18" name="Elipse 19"/>
          <p:cNvSpPr/>
          <p:nvPr/>
        </p:nvSpPr>
        <p:spPr>
          <a:xfrm>
            <a:off x="1033920" y="140112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19" name="Conector recto 32"/>
          <p:cNvSpPr/>
          <p:nvPr/>
        </p:nvSpPr>
        <p:spPr>
          <a:xfrm>
            <a:off x="3419640" y="196560"/>
            <a:ext cx="360" cy="6038280"/>
          </a:xfrm>
          <a:prstGeom prst="line">
            <a:avLst/>
          </a:prstGeom>
          <a:ln w="63500">
            <a:solidFill>
              <a:srgbClr val="000000"/>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s-MX" sz="1800" spc="-1" strike="noStrike">
              <a:solidFill>
                <a:srgbClr val="000000"/>
              </a:solidFill>
              <a:latin typeface="Arial"/>
            </a:endParaRPr>
          </a:p>
        </p:txBody>
      </p:sp>
      <p:sp>
        <p:nvSpPr>
          <p:cNvPr id="820" name="Elipse 33"/>
          <p:cNvSpPr/>
          <p:nvPr/>
        </p:nvSpPr>
        <p:spPr>
          <a:xfrm>
            <a:off x="1608120" y="101448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21" name="Elipse 34"/>
          <p:cNvSpPr/>
          <p:nvPr/>
        </p:nvSpPr>
        <p:spPr>
          <a:xfrm>
            <a:off x="1821600" y="64188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22" name="Elipse 36"/>
          <p:cNvSpPr/>
          <p:nvPr/>
        </p:nvSpPr>
        <p:spPr>
          <a:xfrm>
            <a:off x="867600" y="223020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23" name="Elipse 37"/>
          <p:cNvSpPr/>
          <p:nvPr/>
        </p:nvSpPr>
        <p:spPr>
          <a:xfrm>
            <a:off x="1750320" y="192132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24" name="Elipse 38"/>
          <p:cNvSpPr/>
          <p:nvPr/>
        </p:nvSpPr>
        <p:spPr>
          <a:xfrm>
            <a:off x="2988000" y="304164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25" name="Elipse 39"/>
          <p:cNvSpPr/>
          <p:nvPr/>
        </p:nvSpPr>
        <p:spPr>
          <a:xfrm>
            <a:off x="5676480" y="396036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26" name="Elipse 40"/>
          <p:cNvSpPr/>
          <p:nvPr/>
        </p:nvSpPr>
        <p:spPr>
          <a:xfrm>
            <a:off x="4860000" y="490104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27" name="Elipse 41"/>
          <p:cNvSpPr/>
          <p:nvPr/>
        </p:nvSpPr>
        <p:spPr>
          <a:xfrm>
            <a:off x="5892480" y="417132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28" name="Conector recto 50"/>
          <p:cNvSpPr/>
          <p:nvPr/>
        </p:nvSpPr>
        <p:spPr>
          <a:xfrm flipH="1" flipV="1">
            <a:off x="5412960" y="4370760"/>
            <a:ext cx="23040" cy="6840"/>
          </a:xfrm>
          <a:prstGeom prst="line">
            <a:avLst/>
          </a:prstGeom>
          <a:ln>
            <a:solidFill>
              <a:srgbClr val="bbb795"/>
            </a:solidFill>
            <a:round/>
          </a:ln>
        </p:spPr>
        <p:style>
          <a:lnRef idx="1">
            <a:schemeClr val="accent1"/>
          </a:lnRef>
          <a:fillRef idx="0">
            <a:schemeClr val="accent1"/>
          </a:fillRef>
          <a:effectRef idx="0">
            <a:schemeClr val="accent1"/>
          </a:effectRef>
          <a:fontRef idx="minor"/>
        </p:style>
        <p:txBody>
          <a:bodyPr lIns="90000" rIns="90000" tIns="-38160" bIns="-38160" anchor="t" anchorCtr="1">
            <a:noAutofit/>
          </a:bodyPr>
          <a:p>
            <a:endParaRPr b="0" lang="es-MX" sz="1800" spc="-1" strike="noStrike">
              <a:solidFill>
                <a:srgbClr val="000000"/>
              </a:solidFill>
              <a:latin typeface="Arial"/>
            </a:endParaRPr>
          </a:p>
        </p:txBody>
      </p:sp>
      <p:sp>
        <p:nvSpPr>
          <p:cNvPr id="829" name="Elipse 53"/>
          <p:cNvSpPr/>
          <p:nvPr/>
        </p:nvSpPr>
        <p:spPr>
          <a:xfrm>
            <a:off x="6228360" y="90900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30" name="Elipse 42"/>
          <p:cNvSpPr/>
          <p:nvPr/>
        </p:nvSpPr>
        <p:spPr>
          <a:xfrm>
            <a:off x="4733640" y="227124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31" name="CuadroTexto 44"/>
          <p:cNvSpPr/>
          <p:nvPr/>
        </p:nvSpPr>
        <p:spPr>
          <a:xfrm>
            <a:off x="262800" y="6415920"/>
            <a:ext cx="55296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1800" spc="-1" strike="noStrike">
                <a:solidFill>
                  <a:srgbClr val="2c2900"/>
                </a:solidFill>
                <a:latin typeface="Century Gothic"/>
                <a:ea typeface="DejaVu Sans"/>
              </a:rPr>
              <a:t>0°C</a:t>
            </a:r>
            <a:endParaRPr b="0" lang="es-MX" sz="1800" spc="-1" strike="noStrike">
              <a:solidFill>
                <a:srgbClr val="000000"/>
              </a:solidFill>
              <a:latin typeface="Arial"/>
            </a:endParaRPr>
          </a:p>
        </p:txBody>
      </p:sp>
      <p:sp>
        <p:nvSpPr>
          <p:cNvPr id="832" name="CuadroTexto 45"/>
          <p:cNvSpPr/>
          <p:nvPr/>
        </p:nvSpPr>
        <p:spPr>
          <a:xfrm>
            <a:off x="8191080" y="6415920"/>
            <a:ext cx="684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1800" spc="-1" strike="noStrike">
                <a:solidFill>
                  <a:srgbClr val="2c2900"/>
                </a:solidFill>
                <a:latin typeface="Century Gothic"/>
                <a:ea typeface="DejaVu Sans"/>
              </a:rPr>
              <a:t>30°C</a:t>
            </a:r>
            <a:endParaRPr b="0" lang="es-MX" sz="1800" spc="-1" strike="noStrike">
              <a:solidFill>
                <a:srgbClr val="000000"/>
              </a:solidFill>
              <a:latin typeface="Arial"/>
            </a:endParaRPr>
          </a:p>
        </p:txBody>
      </p:sp>
      <p:sp>
        <p:nvSpPr>
          <p:cNvPr id="833" name="Elipse 46"/>
          <p:cNvSpPr/>
          <p:nvPr/>
        </p:nvSpPr>
        <p:spPr>
          <a:xfrm>
            <a:off x="1488240" y="39384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34" name="Elipse 48"/>
          <p:cNvSpPr/>
          <p:nvPr/>
        </p:nvSpPr>
        <p:spPr>
          <a:xfrm>
            <a:off x="1657800" y="18504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35" name="Elipse 49"/>
          <p:cNvSpPr/>
          <p:nvPr/>
        </p:nvSpPr>
        <p:spPr>
          <a:xfrm>
            <a:off x="5893560" y="142416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36" name="Elipse 51"/>
          <p:cNvSpPr/>
          <p:nvPr/>
        </p:nvSpPr>
        <p:spPr>
          <a:xfrm>
            <a:off x="1008720" y="500868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37" name="Elipse 54"/>
          <p:cNvSpPr/>
          <p:nvPr/>
        </p:nvSpPr>
        <p:spPr>
          <a:xfrm>
            <a:off x="1320120" y="29700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38" name="Elipse 55"/>
          <p:cNvSpPr/>
          <p:nvPr/>
        </p:nvSpPr>
        <p:spPr>
          <a:xfrm>
            <a:off x="4949640" y="75024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39" name="Elipse 56"/>
          <p:cNvSpPr/>
          <p:nvPr/>
        </p:nvSpPr>
        <p:spPr>
          <a:xfrm>
            <a:off x="5635440" y="418212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40" name="Elipse 57"/>
          <p:cNvSpPr/>
          <p:nvPr/>
        </p:nvSpPr>
        <p:spPr>
          <a:xfrm>
            <a:off x="617040" y="207396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41" name="Elipse 58"/>
          <p:cNvSpPr/>
          <p:nvPr/>
        </p:nvSpPr>
        <p:spPr>
          <a:xfrm>
            <a:off x="1779480" y="43236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42" name="Elipse 59"/>
          <p:cNvSpPr/>
          <p:nvPr/>
        </p:nvSpPr>
        <p:spPr>
          <a:xfrm>
            <a:off x="3809160" y="142416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43" name="Elipse 60"/>
          <p:cNvSpPr/>
          <p:nvPr/>
        </p:nvSpPr>
        <p:spPr>
          <a:xfrm>
            <a:off x="6079320" y="96588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44" name="Elipse 61"/>
          <p:cNvSpPr/>
          <p:nvPr/>
        </p:nvSpPr>
        <p:spPr>
          <a:xfrm>
            <a:off x="4284000" y="374436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45" name="Elipse 62"/>
          <p:cNvSpPr/>
          <p:nvPr/>
        </p:nvSpPr>
        <p:spPr>
          <a:xfrm>
            <a:off x="1517760" y="129312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46" name="Elipse 63"/>
          <p:cNvSpPr/>
          <p:nvPr/>
        </p:nvSpPr>
        <p:spPr>
          <a:xfrm>
            <a:off x="1065240" y="75780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47" name="Elipse 64"/>
          <p:cNvSpPr/>
          <p:nvPr/>
        </p:nvSpPr>
        <p:spPr>
          <a:xfrm>
            <a:off x="1822320" y="107820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48" name="Elipse 65"/>
          <p:cNvSpPr/>
          <p:nvPr/>
        </p:nvSpPr>
        <p:spPr>
          <a:xfrm>
            <a:off x="1691640" y="750240"/>
            <a:ext cx="213840" cy="213840"/>
          </a:xfrm>
          <a:prstGeom prst="ellipse">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849" name="Conector recto 66"/>
          <p:cNvSpPr/>
          <p:nvPr/>
        </p:nvSpPr>
        <p:spPr>
          <a:xfrm flipH="1">
            <a:off x="559440" y="3206880"/>
            <a:ext cx="8116920" cy="76680"/>
          </a:xfrm>
          <a:prstGeom prst="line">
            <a:avLst/>
          </a:prstGeom>
          <a:ln w="63500">
            <a:solidFill>
              <a:srgbClr val="000000"/>
            </a:solidFill>
            <a:round/>
          </a:ln>
        </p:spPr>
        <p:style>
          <a:lnRef idx="1">
            <a:schemeClr val="accent1"/>
          </a:lnRef>
          <a:fillRef idx="0">
            <a:schemeClr val="accent1"/>
          </a:fillRef>
          <a:effectRef idx="0">
            <a:schemeClr val="accent1"/>
          </a:effectRef>
          <a:fontRef idx="minor"/>
        </p:style>
        <p:txBody>
          <a:bodyPr lIns="90000" rIns="90000" tIns="31680" bIns="31680" anchor="t" anchorCtr="1">
            <a:noAutofit/>
          </a:bodyPr>
          <a:p>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69" dur="indefinite" restart="never" nodeType="tmRoot">
          <p:childTnLst>
            <p:seq>
              <p:cTn id="70" dur="indefinite" nodeType="mainSeq">
                <p:childTnLst>
                  <p:par>
                    <p:cTn id="71" fill="hold">
                      <p:stCondLst>
                        <p:cond delay="indefinite"/>
                      </p:stCondLst>
                      <p:childTnLst>
                        <p:par>
                          <p:cTn id="72" fill="hold">
                            <p:stCondLst>
                              <p:cond delay="0"/>
                            </p:stCondLst>
                            <p:childTnLst>
                              <p:par>
                                <p:cTn id="73" nodeType="clickEffect" fill="hold" presetClass="entr" presetID="1">
                                  <p:stCondLst>
                                    <p:cond delay="0"/>
                                  </p:stCondLst>
                                  <p:childTnLst>
                                    <p:set>
                                      <p:cBhvr>
                                        <p:cTn id="74" dur="1" fill="hold">
                                          <p:stCondLst>
                                            <p:cond delay="0"/>
                                          </p:stCondLst>
                                        </p:cTn>
                                        <p:tgtEl>
                                          <p:spTgt spid="81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nodeType="clickEffect" fill="hold" presetClass="entr" presetID="1">
                                  <p:stCondLst>
                                    <p:cond delay="0"/>
                                  </p:stCondLst>
                                  <p:childTnLst>
                                    <p:set>
                                      <p:cBhvr>
                                        <p:cTn id="78" dur="1" fill="hold">
                                          <p:stCondLst>
                                            <p:cond delay="0"/>
                                          </p:stCondLst>
                                        </p:cTn>
                                        <p:tgtEl>
                                          <p:spTgt spid="8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0" name="Imagen 6" descr=""/>
          <p:cNvPicPr/>
          <p:nvPr/>
        </p:nvPicPr>
        <p:blipFill>
          <a:blip r:embed="rId1"/>
          <a:srcRect l="12914" t="0" r="12914" b="0"/>
          <a:stretch/>
        </p:blipFill>
        <p:spPr>
          <a:xfrm>
            <a:off x="0" y="0"/>
            <a:ext cx="8962200" cy="679392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1"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852"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53"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54"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55"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856" name="Imagen 6" descr=""/>
          <p:cNvPicPr/>
          <p:nvPr/>
        </p:nvPicPr>
        <p:blipFill>
          <a:blip r:embed="rId1"/>
          <a:srcRect l="12914" t="0" r="12914" b="0"/>
          <a:stretch/>
        </p:blipFill>
        <p:spPr>
          <a:xfrm>
            <a:off x="2160" y="-10800"/>
            <a:ext cx="9139680" cy="692856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7" name="Imagen 7" descr=""/>
          <p:cNvPicPr/>
          <p:nvPr/>
        </p:nvPicPr>
        <p:blipFill>
          <a:blip r:embed="rId1"/>
          <a:stretch/>
        </p:blipFill>
        <p:spPr>
          <a:xfrm>
            <a:off x="227160" y="0"/>
            <a:ext cx="8687520" cy="685584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8" name="Imagen 6" descr=""/>
          <p:cNvPicPr/>
          <p:nvPr/>
        </p:nvPicPr>
        <p:blipFill>
          <a:blip r:embed="rId1"/>
          <a:stretch/>
        </p:blipFill>
        <p:spPr>
          <a:xfrm>
            <a:off x="0" y="1047960"/>
            <a:ext cx="9141840" cy="476028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9" name="Imagen 6" descr=""/>
          <p:cNvPicPr/>
          <p:nvPr/>
        </p:nvPicPr>
        <p:blipFill>
          <a:blip r:embed="rId1"/>
          <a:stretch/>
        </p:blipFill>
        <p:spPr>
          <a:xfrm>
            <a:off x="1324440" y="0"/>
            <a:ext cx="6493320" cy="685584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0"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861"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62"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63"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64"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865" name="Imagen 7" descr=""/>
          <p:cNvPicPr/>
          <p:nvPr/>
        </p:nvPicPr>
        <p:blipFill>
          <a:blip r:embed="rId1"/>
          <a:stretch/>
        </p:blipFill>
        <p:spPr>
          <a:xfrm>
            <a:off x="307800" y="38880"/>
            <a:ext cx="8526240" cy="677808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6" name="Imagen 6" descr=""/>
          <p:cNvPicPr/>
          <p:nvPr/>
        </p:nvPicPr>
        <p:blipFill>
          <a:blip r:embed="rId1"/>
          <a:srcRect l="14024" t="0" r="13473" b="0"/>
          <a:stretch/>
        </p:blipFill>
        <p:spPr>
          <a:xfrm>
            <a:off x="0" y="-24840"/>
            <a:ext cx="9034200" cy="700560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7" name="Imagen 6" descr=""/>
          <p:cNvPicPr/>
          <p:nvPr/>
        </p:nvPicPr>
        <p:blipFill>
          <a:blip r:embed="rId1"/>
          <a:stretch/>
        </p:blipFill>
        <p:spPr>
          <a:xfrm>
            <a:off x="150840" y="548640"/>
            <a:ext cx="8840520" cy="488052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8"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869"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70"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71"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72"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873" name="Imagen 7" descr=""/>
          <p:cNvPicPr/>
          <p:nvPr/>
        </p:nvPicPr>
        <p:blipFill>
          <a:blip r:embed="rId1"/>
          <a:stretch/>
        </p:blipFill>
        <p:spPr>
          <a:xfrm>
            <a:off x="0" y="-27000"/>
            <a:ext cx="9198000" cy="688284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74" name="Imagen 6" descr=""/>
          <p:cNvPicPr/>
          <p:nvPr/>
        </p:nvPicPr>
        <p:blipFill>
          <a:blip r:embed="rId1"/>
          <a:stretch/>
        </p:blipFill>
        <p:spPr>
          <a:xfrm>
            <a:off x="0" y="0"/>
            <a:ext cx="9141840" cy="685224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5"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876"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77"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78"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79"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880" name="Imagen 6" descr=""/>
          <p:cNvPicPr/>
          <p:nvPr/>
        </p:nvPicPr>
        <p:blipFill>
          <a:blip r:embed="rId1"/>
          <a:stretch/>
        </p:blipFill>
        <p:spPr>
          <a:xfrm>
            <a:off x="0" y="-7920"/>
            <a:ext cx="9141840" cy="685224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1" name="Imagen 7" descr=""/>
          <p:cNvPicPr/>
          <p:nvPr/>
        </p:nvPicPr>
        <p:blipFill>
          <a:blip r:embed="rId1"/>
          <a:stretch/>
        </p:blipFill>
        <p:spPr>
          <a:xfrm>
            <a:off x="-6480" y="0"/>
            <a:ext cx="9148320" cy="685152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2"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883"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84"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85"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886"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887" name="Imagen 6" descr=""/>
          <p:cNvPicPr/>
          <p:nvPr/>
        </p:nvPicPr>
        <p:blipFill>
          <a:blip r:embed="rId1"/>
          <a:stretch/>
        </p:blipFill>
        <p:spPr>
          <a:xfrm>
            <a:off x="0" y="0"/>
            <a:ext cx="9141840" cy="686880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8" name="Imagen 6" descr=""/>
          <p:cNvPicPr/>
          <p:nvPr/>
        </p:nvPicPr>
        <p:blipFill>
          <a:blip r:embed="rId1"/>
          <a:stretch/>
        </p:blipFill>
        <p:spPr>
          <a:xfrm>
            <a:off x="107640" y="116640"/>
            <a:ext cx="8854920" cy="665604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9" name="Imagen 6" descr=""/>
          <p:cNvPicPr/>
          <p:nvPr/>
        </p:nvPicPr>
        <p:blipFill>
          <a:blip r:embed="rId1"/>
          <a:stretch/>
        </p:blipFill>
        <p:spPr>
          <a:xfrm>
            <a:off x="28800" y="44640"/>
            <a:ext cx="8928000" cy="669456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0" name="Imagen 6" descr=""/>
          <p:cNvPicPr/>
          <p:nvPr/>
        </p:nvPicPr>
        <p:blipFill>
          <a:blip r:embed="rId1"/>
          <a:stretch/>
        </p:blipFill>
        <p:spPr>
          <a:xfrm>
            <a:off x="27000" y="44640"/>
            <a:ext cx="9024120" cy="676656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1" name="Imagen 6" descr=""/>
          <p:cNvPicPr/>
          <p:nvPr/>
        </p:nvPicPr>
        <p:blipFill>
          <a:blip r:embed="rId1"/>
          <a:stretch/>
        </p:blipFill>
        <p:spPr>
          <a:xfrm>
            <a:off x="28800" y="43200"/>
            <a:ext cx="9019080" cy="672156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2" name="Imagen 6" descr=""/>
          <p:cNvPicPr/>
          <p:nvPr/>
        </p:nvPicPr>
        <p:blipFill>
          <a:blip r:embed="rId1"/>
          <a:stretch/>
        </p:blipFill>
        <p:spPr>
          <a:xfrm>
            <a:off x="28800" y="43200"/>
            <a:ext cx="9034200" cy="676620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3" name="Imagen 6" descr=""/>
          <p:cNvPicPr/>
          <p:nvPr/>
        </p:nvPicPr>
        <p:blipFill>
          <a:blip r:embed="rId1"/>
          <a:stretch/>
        </p:blipFill>
        <p:spPr>
          <a:xfrm>
            <a:off x="28800" y="43200"/>
            <a:ext cx="9094680" cy="6811200"/>
          </a:xfrm>
          <a:prstGeom prst="rect">
            <a:avLst/>
          </a:prstGeom>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4" name="Imagen 6" descr=""/>
          <p:cNvPicPr/>
          <p:nvPr/>
        </p:nvPicPr>
        <p:blipFill>
          <a:blip r:embed="rId1"/>
          <a:stretch/>
        </p:blipFill>
        <p:spPr>
          <a:xfrm>
            <a:off x="1443240" y="47520"/>
            <a:ext cx="6255000" cy="676080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5" name="Imagen 6" descr=""/>
          <p:cNvPicPr/>
          <p:nvPr/>
        </p:nvPicPr>
        <p:blipFill>
          <a:blip r:embed="rId1"/>
          <a:stretch/>
        </p:blipFill>
        <p:spPr>
          <a:xfrm>
            <a:off x="457200" y="1268640"/>
            <a:ext cx="8201520" cy="4242600"/>
          </a:xfrm>
          <a:prstGeom prst="rect">
            <a:avLst/>
          </a:prstGeom>
          <a:ln w="0">
            <a:noFill/>
          </a:ln>
          <a:effectLst>
            <a:outerShdw algn="tl" blurRad="291960" dir="2700000" dist="138479" rotWithShape="0">
              <a:srgbClr val="333333">
                <a:alpha val="65000"/>
              </a:srgbClr>
            </a:outerShdw>
          </a:effectLst>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6" name="Imagen 6" descr=""/>
          <p:cNvPicPr/>
          <p:nvPr/>
        </p:nvPicPr>
        <p:blipFill>
          <a:blip r:embed="rId1"/>
          <a:stretch/>
        </p:blipFill>
        <p:spPr>
          <a:xfrm>
            <a:off x="0" y="535320"/>
            <a:ext cx="9094320" cy="575928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7" name="Imagen 6" descr=""/>
          <p:cNvPicPr/>
          <p:nvPr/>
        </p:nvPicPr>
        <p:blipFill>
          <a:blip r:embed="rId1"/>
          <a:stretch/>
        </p:blipFill>
        <p:spPr>
          <a:xfrm>
            <a:off x="457200" y="274680"/>
            <a:ext cx="8227440" cy="6331320"/>
          </a:xfrm>
          <a:prstGeom prst="rect">
            <a:avLst/>
          </a:prstGeom>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8" name="Imagen 6" descr=""/>
          <p:cNvPicPr/>
          <p:nvPr/>
        </p:nvPicPr>
        <p:blipFill>
          <a:blip r:embed="rId1"/>
          <a:stretch/>
        </p:blipFill>
        <p:spPr>
          <a:xfrm>
            <a:off x="457200" y="274680"/>
            <a:ext cx="3498840" cy="603180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9" name="Imagen 6" descr=""/>
          <p:cNvPicPr/>
          <p:nvPr/>
        </p:nvPicPr>
        <p:blipFill>
          <a:blip r:embed="rId1"/>
          <a:stretch/>
        </p:blipFill>
        <p:spPr>
          <a:xfrm>
            <a:off x="449280" y="273240"/>
            <a:ext cx="8336520" cy="624996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0"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901"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902"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903"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904"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905" name="Imagen 6" descr=""/>
          <p:cNvPicPr/>
          <p:nvPr/>
        </p:nvPicPr>
        <p:blipFill>
          <a:blip r:embed="rId1"/>
          <a:stretch/>
        </p:blipFill>
        <p:spPr>
          <a:xfrm>
            <a:off x="323640" y="274680"/>
            <a:ext cx="8717760" cy="5744520"/>
          </a:xfrm>
          <a:prstGeom prst="rect">
            <a:avLst/>
          </a:prstGeom>
          <a:ln w="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6" name="Imagen 6" descr=""/>
          <p:cNvPicPr/>
          <p:nvPr/>
        </p:nvPicPr>
        <p:blipFill>
          <a:blip r:embed="rId1"/>
          <a:stretch/>
        </p:blipFill>
        <p:spPr>
          <a:xfrm>
            <a:off x="225000" y="476640"/>
            <a:ext cx="8692200" cy="523836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7" name="Imagen 6" descr=""/>
          <p:cNvPicPr/>
          <p:nvPr/>
        </p:nvPicPr>
        <p:blipFill>
          <a:blip r:embed="rId1"/>
          <a:stretch/>
        </p:blipFill>
        <p:spPr>
          <a:xfrm>
            <a:off x="308880" y="692640"/>
            <a:ext cx="8676720" cy="5006880"/>
          </a:xfrm>
          <a:prstGeom prst="rect">
            <a:avLst/>
          </a:prstGeom>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8" name="Imagen 6" descr=""/>
          <p:cNvPicPr/>
          <p:nvPr/>
        </p:nvPicPr>
        <p:blipFill>
          <a:blip r:embed="rId1"/>
          <a:stretch/>
        </p:blipFill>
        <p:spPr>
          <a:xfrm>
            <a:off x="323640" y="274680"/>
            <a:ext cx="8722800" cy="588852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9" name="CuadroTexto 7"/>
          <p:cNvSpPr/>
          <p:nvPr/>
        </p:nvSpPr>
        <p:spPr>
          <a:xfrm>
            <a:off x="457200" y="411840"/>
            <a:ext cx="8227440" cy="2649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s-MX" sz="2400" spc="-1" strike="noStrike">
                <a:solidFill>
                  <a:srgbClr val="0050e0"/>
                </a:solidFill>
                <a:latin typeface="Century"/>
                <a:ea typeface="DejaVu Sans"/>
              </a:rPr>
              <a:t>Climate change impacts on the potential distribution of the endangered seahorse </a:t>
            </a:r>
            <a:r>
              <a:rPr b="1" i="1" lang="es-MX" sz="2400" spc="-1" strike="noStrike">
                <a:solidFill>
                  <a:srgbClr val="0050e0"/>
                </a:solidFill>
                <a:latin typeface="Century"/>
                <a:ea typeface="DejaVu Sans"/>
              </a:rPr>
              <a:t>Hippocampus erectus</a:t>
            </a:r>
            <a:endParaRPr b="0" lang="es-MX" sz="2400" spc="-1" strike="noStrike">
              <a:solidFill>
                <a:srgbClr val="000000"/>
              </a:solidFill>
              <a:latin typeface="Arial"/>
            </a:endParaRPr>
          </a:p>
          <a:p>
            <a:pPr>
              <a:lnSpc>
                <a:spcPct val="100000"/>
              </a:lnSpc>
            </a:pPr>
            <a:endParaRPr b="0" lang="es-MX" sz="2400" spc="-1" strike="noStrike">
              <a:solidFill>
                <a:srgbClr val="000000"/>
              </a:solidFill>
              <a:latin typeface="Arial"/>
            </a:endParaRPr>
          </a:p>
          <a:p>
            <a:pPr>
              <a:lnSpc>
                <a:spcPct val="100000"/>
              </a:lnSpc>
            </a:pPr>
            <a:r>
              <a:rPr b="1" lang="es-MX" sz="1800" spc="-1" strike="noStrike">
                <a:solidFill>
                  <a:srgbClr val="000000"/>
                </a:solidFill>
                <a:latin typeface="Century"/>
                <a:ea typeface="DejaVu Sans"/>
              </a:rPr>
              <a:t>Lina Marcela Jimenez, Carlos Yañez-Arenas, Adrián Rodríguez Pérez, &amp; Nuno Simoes</a:t>
            </a:r>
            <a:endParaRPr b="0" lang="es-MX" sz="1800" spc="-1" strike="noStrike">
              <a:solidFill>
                <a:srgbClr val="000000"/>
              </a:solidFill>
              <a:latin typeface="Arial"/>
            </a:endParaRPr>
          </a:p>
          <a:p>
            <a:pPr>
              <a:lnSpc>
                <a:spcPct val="100000"/>
              </a:lnSpc>
            </a:pPr>
            <a:br>
              <a:rPr sz="1800"/>
            </a:br>
            <a:endParaRPr b="0" lang="es-MX" sz="1800" spc="-1" strike="noStrike">
              <a:solidFill>
                <a:srgbClr val="000000"/>
              </a:solidFill>
              <a:latin typeface="Arial"/>
            </a:endParaRPr>
          </a:p>
        </p:txBody>
      </p:sp>
      <p:pic>
        <p:nvPicPr>
          <p:cNvPr id="910" name="Picture 2" descr="Resultado de imagen para hippocampus erectus"/>
          <p:cNvPicPr/>
          <p:nvPr/>
        </p:nvPicPr>
        <p:blipFill>
          <a:blip r:embed="rId1"/>
          <a:stretch/>
        </p:blipFill>
        <p:spPr>
          <a:xfrm>
            <a:off x="1619640" y="2751840"/>
            <a:ext cx="5866560" cy="3952800"/>
          </a:xfrm>
          <a:prstGeom prst="rect">
            <a:avLst/>
          </a:prstGeom>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1"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912"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913"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graphicFrame>
        <p:nvGraphicFramePr>
          <p:cNvPr id="914" name=""/>
          <p:cNvGraphicFramePr/>
          <p:nvPr/>
        </p:nvGraphicFramePr>
        <p:xfrm>
          <a:off x="457200" y="4030560"/>
          <a:ext cx="4036320" cy="2275920"/>
        </p:xfrm>
        <a:graphic>
          <a:graphicData uri="http://schemas.openxmlformats.org/drawingml/2006/chart">
            <c:chart xmlns:c="http://schemas.openxmlformats.org/drawingml/2006/chart" xmlns:r="http://schemas.openxmlformats.org/officeDocument/2006/relationships" r:id="rId1"/>
          </a:graphicData>
        </a:graphic>
      </p:graphicFrame>
      <p:sp>
        <p:nvSpPr>
          <p:cNvPr id="915" name="PlaceHolder 4"/>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916" name="Picture 2" descr="https://lh4.googleusercontent.com/aoJejqrixoYa9GQDLPeARnfHHUkUjw3l1awdVuAyKtrQ-R08oVN64FnIhxrwcR30jS6e4FdqeUZ7qwcEVUDenCtkJLf6g-Lc7mkx173HzN_ml4wOVs25gp1pEk17F4dRQ_D0pztg"/>
          <p:cNvPicPr/>
          <p:nvPr/>
        </p:nvPicPr>
        <p:blipFill>
          <a:blip r:embed="rId2"/>
          <a:srcRect l="0" t="14129" r="0" b="0"/>
          <a:stretch/>
        </p:blipFill>
        <p:spPr>
          <a:xfrm>
            <a:off x="510120" y="188640"/>
            <a:ext cx="8121240" cy="3485520"/>
          </a:xfrm>
          <a:prstGeom prst="rect">
            <a:avLst/>
          </a:prstGeom>
          <a:ln w="0">
            <a:noFill/>
          </a:ln>
        </p:spPr>
      </p:pic>
      <p:pic>
        <p:nvPicPr>
          <p:cNvPr id="917" name="Picture 2" descr="https://lh5.googleusercontent.com/F0emUvaGQeLgu6UlwAfoOzOxbirkWX0C99oWoq05CtDwwQiPJ_Vl-6I4jFp_VbLOFu-Ecaqjnv3_De954POV3yfjvsks9gmYuqL_B6uIgSLyuvFWSQcnm9ZJlzTwuXY08iZ66kJ8"/>
          <p:cNvPicPr/>
          <p:nvPr/>
        </p:nvPicPr>
        <p:blipFill>
          <a:blip r:embed="rId3"/>
          <a:srcRect l="51015" t="15625" r="0" b="5925"/>
          <a:stretch/>
        </p:blipFill>
        <p:spPr>
          <a:xfrm>
            <a:off x="611640" y="3451320"/>
            <a:ext cx="3925440" cy="3143880"/>
          </a:xfrm>
          <a:prstGeom prst="rect">
            <a:avLst/>
          </a:prstGeom>
          <a:ln w="0">
            <a:noFill/>
          </a:ln>
        </p:spPr>
      </p:pic>
      <p:pic>
        <p:nvPicPr>
          <p:cNvPr id="918" name="Picture 2" descr="https://lh5.googleusercontent.com/F0emUvaGQeLgu6UlwAfoOzOxbirkWX0C99oWoq05CtDwwQiPJ_Vl-6I4jFp_VbLOFu-Ecaqjnv3_De954POV3yfjvsks9gmYuqL_B6uIgSLyuvFWSQcnm9ZJlzTwuXY08iZ66kJ8"/>
          <p:cNvPicPr/>
          <p:nvPr/>
        </p:nvPicPr>
        <p:blipFill>
          <a:blip r:embed="rId4"/>
          <a:srcRect l="0" t="15625" r="51499" b="5925"/>
          <a:stretch/>
        </p:blipFill>
        <p:spPr>
          <a:xfrm>
            <a:off x="4575600" y="3444840"/>
            <a:ext cx="3954600" cy="3198600"/>
          </a:xfrm>
          <a:prstGeom prst="rect">
            <a:avLst/>
          </a:prstGeom>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9" name="Picture 2" descr="https://lh3.googleusercontent.com/_QTLJzBPLJO66KBRxxBeEjXoXpjeukyfks3R8nbVA81cEnnf70Us_WoaIQFPMissTy7FgFkdWPgiNGfu8DJc1igN2_N9tnP-ISj1y38-kPJ8CdKJ4b8STMVfnuc-TSDBwEnqUYoX"/>
          <p:cNvPicPr/>
          <p:nvPr/>
        </p:nvPicPr>
        <p:blipFill>
          <a:blip r:embed="rId1"/>
          <a:stretch/>
        </p:blipFill>
        <p:spPr>
          <a:xfrm>
            <a:off x="4392720" y="7920"/>
            <a:ext cx="4750200" cy="6724080"/>
          </a:xfrm>
          <a:prstGeom prst="rect">
            <a:avLst/>
          </a:prstGeom>
          <a:ln w="0">
            <a:noFill/>
          </a:ln>
        </p:spPr>
      </p:pic>
      <p:pic>
        <p:nvPicPr>
          <p:cNvPr id="920" name="Picture 4" descr="https://lh4.googleusercontent.com/twdcgxDCcqT5YEGNpT2sA5R5J_r3J4on5OX8zWPiOq-pixBgBkuOUBPSWRY5o9nJP7xW7RXWU3e-FGJ0HFASgPbVKOMP7PvCqDRCG12auCSEHUR_13JK2cYIU4rdcFE7vsWSJAxl"/>
          <p:cNvPicPr/>
          <p:nvPr/>
        </p:nvPicPr>
        <p:blipFill>
          <a:blip r:embed="rId2"/>
          <a:stretch/>
        </p:blipFill>
        <p:spPr>
          <a:xfrm>
            <a:off x="0" y="7920"/>
            <a:ext cx="4698720" cy="6651000"/>
          </a:xfrm>
          <a:prstGeom prst="rect">
            <a:avLst/>
          </a:prstGeom>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1" name="CuadroTexto 7"/>
          <p:cNvSpPr/>
          <p:nvPr/>
        </p:nvSpPr>
        <p:spPr>
          <a:xfrm>
            <a:off x="611640" y="2565000"/>
            <a:ext cx="8227440" cy="2832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MX" sz="3600" spc="-1" strike="noStrike">
                <a:solidFill>
                  <a:srgbClr val="757575"/>
                </a:solidFill>
                <a:latin typeface="Century"/>
                <a:ea typeface="DejaVu Sans"/>
              </a:rPr>
              <a:t>¿Qué queremos evaluar en </a:t>
            </a:r>
            <a:endParaRPr b="0" lang="es-MX" sz="3600" spc="-1" strike="noStrike">
              <a:solidFill>
                <a:srgbClr val="000000"/>
              </a:solidFill>
              <a:latin typeface="Arial"/>
            </a:endParaRPr>
          </a:p>
          <a:p>
            <a:pPr algn="ctr">
              <a:lnSpc>
                <a:spcPct val="100000"/>
              </a:lnSpc>
            </a:pPr>
            <a:r>
              <a:rPr b="1" lang="es-MX" sz="3600" spc="-1" strike="noStrike">
                <a:solidFill>
                  <a:srgbClr val="757575"/>
                </a:solidFill>
                <a:latin typeface="Century"/>
                <a:ea typeface="DejaVu Sans"/>
              </a:rPr>
              <a:t>un modelo?</a:t>
            </a:r>
            <a:endParaRPr b="0" lang="es-MX" sz="3600" spc="-1" strike="noStrike">
              <a:solidFill>
                <a:srgbClr val="000000"/>
              </a:solidFill>
              <a:latin typeface="Arial"/>
            </a:endParaRPr>
          </a:p>
          <a:p>
            <a:pPr>
              <a:lnSpc>
                <a:spcPct val="100000"/>
              </a:lnSpc>
            </a:pPr>
            <a:endParaRPr b="0" lang="es-MX" sz="3600" spc="-1" strike="noStrike">
              <a:solidFill>
                <a:srgbClr val="000000"/>
              </a:solidFill>
              <a:latin typeface="Arial"/>
            </a:endParaRPr>
          </a:p>
          <a:p>
            <a:pPr>
              <a:lnSpc>
                <a:spcPct val="100000"/>
              </a:lnSpc>
            </a:pPr>
            <a:br>
              <a:rPr sz="3600"/>
            </a:br>
            <a:endParaRPr b="0" lang="es-MX" sz="3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2" name="CuadroTexto 4"/>
          <p:cNvSpPr/>
          <p:nvPr/>
        </p:nvSpPr>
        <p:spPr>
          <a:xfrm>
            <a:off x="755640" y="1196640"/>
            <a:ext cx="7270560" cy="5213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s-MX" sz="2800" spc="-1" strike="noStrike">
                <a:solidFill>
                  <a:srgbClr val="757575"/>
                </a:solidFill>
                <a:latin typeface="Century"/>
                <a:ea typeface="DejaVu Sans"/>
              </a:rPr>
              <a:t>Significancia </a:t>
            </a:r>
            <a:endParaRPr b="0" lang="es-MX" sz="2800" spc="-1" strike="noStrike">
              <a:solidFill>
                <a:srgbClr val="000000"/>
              </a:solidFill>
              <a:latin typeface="Arial"/>
            </a:endParaRPr>
          </a:p>
          <a:p>
            <a:pPr>
              <a:lnSpc>
                <a:spcPct val="100000"/>
              </a:lnSpc>
            </a:pPr>
            <a:r>
              <a:rPr b="0" lang="es-MX" sz="2800" spc="-1" strike="noStrike">
                <a:solidFill>
                  <a:srgbClr val="000000"/>
                </a:solidFill>
                <a:latin typeface="Century"/>
                <a:ea typeface="DejaVu Sans"/>
              </a:rPr>
              <a:t>¿El modelo tiene mejor poder predictivo de </a:t>
            </a:r>
            <a:r>
              <a:rPr b="1" lang="es-MX" sz="2800" spc="-1" strike="noStrike">
                <a:solidFill>
                  <a:srgbClr val="000000"/>
                </a:solidFill>
                <a:latin typeface="Century"/>
                <a:ea typeface="DejaVu Sans"/>
              </a:rPr>
              <a:t>las presencias</a:t>
            </a:r>
            <a:r>
              <a:rPr b="0" lang="es-MX" sz="2800" spc="-1" strike="noStrike">
                <a:solidFill>
                  <a:srgbClr val="000000"/>
                </a:solidFill>
                <a:latin typeface="Century"/>
                <a:ea typeface="DejaVu Sans"/>
              </a:rPr>
              <a:t> que un clasificador aleatorio?</a:t>
            </a:r>
            <a:endParaRPr b="0" lang="es-MX" sz="2800" spc="-1" strike="noStrike">
              <a:solidFill>
                <a:srgbClr val="000000"/>
              </a:solidFill>
              <a:latin typeface="Arial"/>
            </a:endParaRPr>
          </a:p>
          <a:p>
            <a:pPr>
              <a:lnSpc>
                <a:spcPct val="100000"/>
              </a:lnSpc>
            </a:pPr>
            <a:endParaRPr b="0" lang="es-MX" sz="2800" spc="-1" strike="noStrike">
              <a:solidFill>
                <a:srgbClr val="000000"/>
              </a:solidFill>
              <a:latin typeface="Arial"/>
            </a:endParaRPr>
          </a:p>
          <a:p>
            <a:pPr>
              <a:lnSpc>
                <a:spcPct val="100000"/>
              </a:lnSpc>
            </a:pPr>
            <a:r>
              <a:rPr b="0" lang="es-MX" sz="2800" spc="-1" strike="noStrike">
                <a:solidFill>
                  <a:srgbClr val="000000"/>
                </a:solidFill>
                <a:latin typeface="Century"/>
                <a:ea typeface="DejaVu Sans"/>
              </a:rPr>
              <a:t>¿El modelo logra predecir los patrones de </a:t>
            </a:r>
            <a:r>
              <a:rPr b="1" lang="es-MX" sz="2800" spc="-1" strike="noStrike">
                <a:solidFill>
                  <a:srgbClr val="000000"/>
                </a:solidFill>
                <a:latin typeface="Century"/>
                <a:ea typeface="DejaVu Sans"/>
              </a:rPr>
              <a:t>abundancia</a:t>
            </a:r>
            <a:r>
              <a:rPr b="0" lang="es-MX" sz="2800" spc="-1" strike="noStrike">
                <a:solidFill>
                  <a:srgbClr val="000000"/>
                </a:solidFill>
                <a:latin typeface="Century"/>
                <a:ea typeface="DejaVu Sans"/>
              </a:rPr>
              <a:t> mejor que un clasificador aleatorio?</a:t>
            </a:r>
            <a:endParaRPr b="0" lang="es-MX" sz="2800" spc="-1" strike="noStrike">
              <a:solidFill>
                <a:srgbClr val="000000"/>
              </a:solidFill>
              <a:latin typeface="Arial"/>
            </a:endParaRPr>
          </a:p>
          <a:p>
            <a:pPr>
              <a:lnSpc>
                <a:spcPct val="100000"/>
              </a:lnSpc>
            </a:pPr>
            <a:endParaRPr b="0" lang="es-MX" sz="2800" spc="-1" strike="noStrike">
              <a:solidFill>
                <a:srgbClr val="000000"/>
              </a:solidFill>
              <a:latin typeface="Arial"/>
            </a:endParaRPr>
          </a:p>
          <a:p>
            <a:pPr>
              <a:lnSpc>
                <a:spcPct val="100000"/>
              </a:lnSpc>
            </a:pPr>
            <a:r>
              <a:rPr b="1" lang="es-MX" sz="2800" spc="-1" strike="noStrike">
                <a:solidFill>
                  <a:srgbClr val="757575"/>
                </a:solidFill>
                <a:latin typeface="Century"/>
                <a:ea typeface="DejaVu Sans"/>
              </a:rPr>
              <a:t>Desempeño (rendimiento)</a:t>
            </a:r>
            <a:endParaRPr b="0" lang="es-MX" sz="2800" spc="-1" strike="noStrike">
              <a:solidFill>
                <a:srgbClr val="000000"/>
              </a:solidFill>
              <a:latin typeface="Arial"/>
            </a:endParaRPr>
          </a:p>
          <a:p>
            <a:pPr>
              <a:lnSpc>
                <a:spcPct val="100000"/>
              </a:lnSpc>
            </a:pPr>
            <a:r>
              <a:rPr b="1" lang="es-MX" sz="2800" spc="-1" strike="noStrike">
                <a:solidFill>
                  <a:srgbClr val="000000"/>
                </a:solidFill>
                <a:latin typeface="Century"/>
                <a:ea typeface="DejaVu Sans"/>
              </a:rPr>
              <a:t>¿el modelo hace predicciones con suficiente precisión?</a:t>
            </a:r>
            <a:endParaRPr b="0" lang="es-MX" sz="2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79" dur="indefinite" restart="never" nodeType="tmRoot">
          <p:childTnLst>
            <p:seq>
              <p:cTn id="80" dur="indefinite" nodeType="mainSeq">
                <p:childTnLst>
                  <p:par>
                    <p:cTn id="81" fill="hold">
                      <p:stCondLst>
                        <p:cond delay="indefinite"/>
                      </p:stCondLst>
                      <p:childTnLst>
                        <p:par>
                          <p:cTn id="82" fill="hold">
                            <p:stCondLst>
                              <p:cond delay="0"/>
                            </p:stCondLst>
                            <p:childTnLst>
                              <p:par>
                                <p:cTn id="83" nodeType="clickEffect" fill="hold" presetClass="entr" presetID="1">
                                  <p:stCondLst>
                                    <p:cond delay="0"/>
                                  </p:stCondLst>
                                  <p:childTnLst>
                                    <p:set>
                                      <p:cBhvr>
                                        <p:cTn id="84" dur="1" fill="hold">
                                          <p:stCondLst>
                                            <p:cond delay="0"/>
                                          </p:stCondLst>
                                        </p:cTn>
                                        <p:tgtEl>
                                          <p:spTgt spid="922">
                                            <p:txEl>
                                              <p:pRg st="1" end="1"/>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nodeType="clickEffect" fill="hold" presetClass="entr" presetID="1">
                                  <p:stCondLst>
                                    <p:cond delay="0"/>
                                  </p:stCondLst>
                                  <p:childTnLst>
                                    <p:set>
                                      <p:cBhvr>
                                        <p:cTn id="88" dur="1" fill="hold">
                                          <p:stCondLst>
                                            <p:cond delay="0"/>
                                          </p:stCondLst>
                                        </p:cTn>
                                        <p:tgtEl>
                                          <p:spTgt spid="922">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3" name="Imagen 6" descr=""/>
          <p:cNvPicPr/>
          <p:nvPr/>
        </p:nvPicPr>
        <p:blipFill>
          <a:blip r:embed="rId1"/>
          <a:srcRect l="12914" t="0" r="12914" b="0"/>
          <a:stretch/>
        </p:blipFill>
        <p:spPr>
          <a:xfrm>
            <a:off x="107640" y="0"/>
            <a:ext cx="9043920" cy="6855840"/>
          </a:xfrm>
          <a:prstGeom prst="rect">
            <a:avLst/>
          </a:prstGeom>
          <a:ln w="0">
            <a:noFill/>
          </a:ln>
        </p:spPr>
      </p:pic>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4" name="Imagen 6" descr=""/>
          <p:cNvPicPr/>
          <p:nvPr/>
        </p:nvPicPr>
        <p:blipFill>
          <a:blip r:embed="rId1"/>
          <a:srcRect l="12914" t="0" r="13473" b="0"/>
          <a:stretch/>
        </p:blipFill>
        <p:spPr>
          <a:xfrm>
            <a:off x="0" y="16200"/>
            <a:ext cx="9141840" cy="6982200"/>
          </a:xfrm>
          <a:prstGeom prst="rect">
            <a:avLst/>
          </a:prstGeom>
          <a:ln w="0">
            <a:noFill/>
          </a:ln>
        </p:spPr>
      </p:pic>
      <p:sp>
        <p:nvSpPr>
          <p:cNvPr id="925" name="Rectángulo 7"/>
          <p:cNvSpPr/>
          <p:nvPr/>
        </p:nvSpPr>
        <p:spPr>
          <a:xfrm>
            <a:off x="5292000" y="3069000"/>
            <a:ext cx="1798200" cy="285840"/>
          </a:xfrm>
          <a:prstGeom prst="rect">
            <a:avLst/>
          </a:prstGeom>
          <a:noFill/>
          <a:ln w="34925">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26" name="Conector recto de flecha 9"/>
          <p:cNvSpPr/>
          <p:nvPr/>
        </p:nvSpPr>
        <p:spPr>
          <a:xfrm>
            <a:off x="6444360" y="3339000"/>
            <a:ext cx="141840" cy="1888200"/>
          </a:xfrm>
          <a:custGeom>
            <a:avLst/>
            <a:gdLst>
              <a:gd name="textAreaLeft" fmla="*/ 0 w 141840"/>
              <a:gd name="textAreaRight" fmla="*/ 142200 w 141840"/>
              <a:gd name="textAreaTop" fmla="*/ 0 h 1888200"/>
              <a:gd name="textAreaBottom" fmla="*/ 1888560 h 1888200"/>
            </a:gdLst>
            <a:ahLst/>
            <a:rect l="textAreaLeft" t="textAreaTop" r="textAreaRight" b="textAreaBottom"/>
            <a:pathLst>
              <a:path w="21600" h="21600">
                <a:moveTo>
                  <a:pt x="0" y="0"/>
                </a:moveTo>
                <a:lnTo>
                  <a:pt x="21600" y="21600"/>
                </a:lnTo>
              </a:path>
            </a:pathLst>
          </a:custGeom>
          <a:noFill/>
          <a:ln w="38100">
            <a:solidFill>
              <a:srgbClr val="ff0000"/>
            </a:solidFill>
            <a:round/>
            <a:tailEnd len="med" type="triangle" w="med"/>
          </a:ln>
        </p:spPr>
        <p:style>
          <a:lnRef idx="1">
            <a:schemeClr val="accent1"/>
          </a:lnRef>
          <a:fillRef idx="0">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27" name="Rectángulo 11"/>
          <p:cNvSpPr/>
          <p:nvPr/>
        </p:nvSpPr>
        <p:spPr>
          <a:xfrm>
            <a:off x="5290920" y="3364200"/>
            <a:ext cx="1798200" cy="285840"/>
          </a:xfrm>
          <a:prstGeom prst="rect">
            <a:avLst/>
          </a:prstGeom>
          <a:noFill/>
          <a:ln w="34925">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28" name="Conector recto de flecha 12"/>
          <p:cNvSpPr/>
          <p:nvPr/>
        </p:nvSpPr>
        <p:spPr>
          <a:xfrm>
            <a:off x="7085520" y="3652200"/>
            <a:ext cx="652680" cy="1646640"/>
          </a:xfrm>
          <a:custGeom>
            <a:avLst/>
            <a:gdLst>
              <a:gd name="textAreaLeft" fmla="*/ 0 w 652680"/>
              <a:gd name="textAreaRight" fmla="*/ 653040 w 652680"/>
              <a:gd name="textAreaTop" fmla="*/ 0 h 1646640"/>
              <a:gd name="textAreaBottom" fmla="*/ 1647000 h 1646640"/>
            </a:gdLst>
            <a:ahLst/>
            <a:rect l="textAreaLeft" t="textAreaTop" r="textAreaRight" b="textAreaBottom"/>
            <a:pathLst>
              <a:path w="21600" h="21600">
                <a:moveTo>
                  <a:pt x="0" y="0"/>
                </a:moveTo>
                <a:lnTo>
                  <a:pt x="21600" y="21600"/>
                </a:lnTo>
              </a:path>
            </a:pathLst>
          </a:custGeom>
          <a:noFill/>
          <a:ln w="38100">
            <a:solidFill>
              <a:srgbClr val="ff0000"/>
            </a:solidFill>
            <a:round/>
            <a:tailEnd len="med" type="triangle" w="med"/>
          </a:ln>
        </p:spPr>
        <p:style>
          <a:lnRef idx="1">
            <a:schemeClr val="accent1"/>
          </a:lnRef>
          <a:fillRef idx="0">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29" name="Rectángulo 14"/>
          <p:cNvSpPr/>
          <p:nvPr/>
        </p:nvSpPr>
        <p:spPr>
          <a:xfrm>
            <a:off x="5285160" y="3713400"/>
            <a:ext cx="1798200" cy="285840"/>
          </a:xfrm>
          <a:prstGeom prst="rect">
            <a:avLst/>
          </a:prstGeom>
          <a:noFill/>
          <a:ln w="34925">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30" name="Conector recto de flecha 15"/>
          <p:cNvSpPr/>
          <p:nvPr/>
        </p:nvSpPr>
        <p:spPr>
          <a:xfrm>
            <a:off x="6012000" y="4008600"/>
            <a:ext cx="285840" cy="2010600"/>
          </a:xfrm>
          <a:custGeom>
            <a:avLst/>
            <a:gdLst>
              <a:gd name="textAreaLeft" fmla="*/ 0 w 285840"/>
              <a:gd name="textAreaRight" fmla="*/ 286200 w 285840"/>
              <a:gd name="textAreaTop" fmla="*/ 0 h 2010600"/>
              <a:gd name="textAreaBottom" fmla="*/ 2010960 h 2010600"/>
            </a:gdLst>
            <a:ahLst/>
            <a:rect l="textAreaLeft" t="textAreaTop" r="textAreaRight" b="textAreaBottom"/>
            <a:pathLst>
              <a:path w="21600" h="21600">
                <a:moveTo>
                  <a:pt x="0" y="0"/>
                </a:moveTo>
                <a:lnTo>
                  <a:pt x="21600" y="21600"/>
                </a:lnTo>
              </a:path>
            </a:pathLst>
          </a:custGeom>
          <a:noFill/>
          <a:ln w="38100">
            <a:solidFill>
              <a:srgbClr val="ff0000"/>
            </a:solidFill>
            <a:round/>
            <a:tailEnd len="med" type="triangle" w="med"/>
          </a:ln>
        </p:spPr>
        <p:style>
          <a:lnRef idx="1">
            <a:schemeClr val="accent1"/>
          </a:lnRef>
          <a:fillRef idx="0">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31" name="Rectángulo 17"/>
          <p:cNvSpPr/>
          <p:nvPr/>
        </p:nvSpPr>
        <p:spPr>
          <a:xfrm>
            <a:off x="5292000" y="4014000"/>
            <a:ext cx="1798200" cy="285840"/>
          </a:xfrm>
          <a:prstGeom prst="rect">
            <a:avLst/>
          </a:prstGeom>
          <a:noFill/>
          <a:ln w="34925">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32" name="Conector recto de flecha 18"/>
          <p:cNvSpPr/>
          <p:nvPr/>
        </p:nvSpPr>
        <p:spPr>
          <a:xfrm>
            <a:off x="7017840" y="4314600"/>
            <a:ext cx="864360" cy="1659240"/>
          </a:xfrm>
          <a:custGeom>
            <a:avLst/>
            <a:gdLst>
              <a:gd name="textAreaLeft" fmla="*/ 0 w 864360"/>
              <a:gd name="textAreaRight" fmla="*/ 864720 w 864360"/>
              <a:gd name="textAreaTop" fmla="*/ 0 h 1659240"/>
              <a:gd name="textAreaBottom" fmla="*/ 1659600 h 1659240"/>
            </a:gdLst>
            <a:ahLst/>
            <a:rect l="textAreaLeft" t="textAreaTop" r="textAreaRight" b="textAreaBottom"/>
            <a:pathLst>
              <a:path w="21600" h="21600">
                <a:moveTo>
                  <a:pt x="0" y="0"/>
                </a:moveTo>
                <a:lnTo>
                  <a:pt x="21600" y="21600"/>
                </a:lnTo>
              </a:path>
            </a:pathLst>
          </a:custGeom>
          <a:noFill/>
          <a:ln w="38100">
            <a:solidFill>
              <a:srgbClr val="ff0000"/>
            </a:solidFill>
            <a:round/>
            <a:tailEnd len="med" type="triangle" w="med"/>
          </a:ln>
        </p:spPr>
        <p:style>
          <a:lnRef idx="1">
            <a:schemeClr val="accent1"/>
          </a:lnRef>
          <a:fillRef idx="0">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89" dur="indefinite" restart="never" nodeType="tmRoot">
          <p:childTnLst>
            <p:seq>
              <p:cTn id="90" dur="indefinite" nodeType="mainSeq">
                <p:childTnLst>
                  <p:par>
                    <p:cTn id="91" fill="hold">
                      <p:stCondLst>
                        <p:cond delay="indefinite"/>
                      </p:stCondLst>
                      <p:childTnLst>
                        <p:par>
                          <p:cTn id="92" fill="hold">
                            <p:stCondLst>
                              <p:cond delay="0"/>
                            </p:stCondLst>
                            <p:childTnLst>
                              <p:par>
                                <p:cTn id="93" nodeType="clickEffect" fill="hold" presetClass="entr" presetID="1">
                                  <p:stCondLst>
                                    <p:cond delay="0"/>
                                  </p:stCondLst>
                                  <p:childTnLst>
                                    <p:set>
                                      <p:cBhvr>
                                        <p:cTn id="94" dur="1" fill="hold">
                                          <p:stCondLst>
                                            <p:cond delay="0"/>
                                          </p:stCondLst>
                                        </p:cTn>
                                        <p:tgtEl>
                                          <p:spTgt spid="925"/>
                                        </p:tgtEl>
                                        <p:attrNameLst>
                                          <p:attrName>style.visibility</p:attrName>
                                        </p:attrNameLst>
                                      </p:cBhvr>
                                      <p:to>
                                        <p:strVal val="visible"/>
                                      </p:to>
                                    </p:set>
                                  </p:childTnLst>
                                </p:cTn>
                              </p:par>
                              <p:par>
                                <p:cTn id="95" nodeType="withEffect" fill="hold" presetClass="entr" presetID="1">
                                  <p:stCondLst>
                                    <p:cond delay="0"/>
                                  </p:stCondLst>
                                  <p:childTnLst>
                                    <p:set>
                                      <p:cBhvr>
                                        <p:cTn id="96" dur="1" fill="hold">
                                          <p:stCondLst>
                                            <p:cond delay="0"/>
                                          </p:stCondLst>
                                        </p:cTn>
                                        <p:tgtEl>
                                          <p:spTgt spid="92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nodeType="clickEffect" fill="hold" presetClass="exit" presetID="9">
                                  <p:stCondLst>
                                    <p:cond delay="0"/>
                                  </p:stCondLst>
                                  <p:childTnLst>
                                    <p:animEffect filter="dissolve" transition="out">
                                      <p:cBhvr additive="repl">
                                        <p:cTn id="100" dur="500"/>
                                        <p:tgtEl>
                                          <p:spTgt spid="925"/>
                                        </p:tgtEl>
                                      </p:cBhvr>
                                    </p:animEffect>
                                    <p:set>
                                      <p:cBhvr>
                                        <p:cTn id="101" dur="1" fill="hold">
                                          <p:stCondLst>
                                            <p:cond delay="499"/>
                                          </p:stCondLst>
                                        </p:cTn>
                                        <p:tgtEl>
                                          <p:spTgt spid="925"/>
                                        </p:tgtEl>
                                        <p:attrNameLst>
                                          <p:attrName>style.visibility</p:attrName>
                                        </p:attrNameLst>
                                      </p:cBhvr>
                                      <p:to>
                                        <p:strVal val="hidden"/>
                                      </p:to>
                                    </p:set>
                                  </p:childTnLst>
                                </p:cTn>
                              </p:par>
                              <p:par>
                                <p:cTn id="102" nodeType="withEffect" fill="hold" presetClass="exit" presetID="9">
                                  <p:stCondLst>
                                    <p:cond delay="0"/>
                                  </p:stCondLst>
                                  <p:childTnLst>
                                    <p:animEffect filter="dissolve" transition="out">
                                      <p:cBhvr additive="repl">
                                        <p:cTn id="103" dur="500"/>
                                        <p:tgtEl>
                                          <p:spTgt spid="926"/>
                                        </p:tgtEl>
                                      </p:cBhvr>
                                    </p:animEffect>
                                    <p:set>
                                      <p:cBhvr>
                                        <p:cTn id="104" dur="1" fill="hold">
                                          <p:stCondLst>
                                            <p:cond delay="499"/>
                                          </p:stCondLst>
                                        </p:cTn>
                                        <p:tgtEl>
                                          <p:spTgt spid="926"/>
                                        </p:tgtEl>
                                        <p:attrNameLst>
                                          <p:attrName>style.visibility</p:attrName>
                                        </p:attrNameLst>
                                      </p:cBhvr>
                                      <p:to>
                                        <p:strVal val="hidden"/>
                                      </p:to>
                                    </p:set>
                                  </p:childTnLst>
                                </p:cTn>
                              </p:par>
                              <p:par>
                                <p:cTn id="105" nodeType="withEffect" fill="hold" presetClass="entr" presetID="1">
                                  <p:stCondLst>
                                    <p:cond delay="0"/>
                                  </p:stCondLst>
                                  <p:childTnLst>
                                    <p:set>
                                      <p:cBhvr>
                                        <p:cTn id="106" dur="1" fill="hold">
                                          <p:stCondLst>
                                            <p:cond delay="0"/>
                                          </p:stCondLst>
                                        </p:cTn>
                                        <p:tgtEl>
                                          <p:spTgt spid="927"/>
                                        </p:tgtEl>
                                        <p:attrNameLst>
                                          <p:attrName>style.visibility</p:attrName>
                                        </p:attrNameLst>
                                      </p:cBhvr>
                                      <p:to>
                                        <p:strVal val="visible"/>
                                      </p:to>
                                    </p:set>
                                  </p:childTnLst>
                                </p:cTn>
                              </p:par>
                              <p:par>
                                <p:cTn id="107" nodeType="withEffect" fill="hold" presetClass="entr" presetID="1">
                                  <p:stCondLst>
                                    <p:cond delay="0"/>
                                  </p:stCondLst>
                                  <p:childTnLst>
                                    <p:set>
                                      <p:cBhvr>
                                        <p:cTn id="108" dur="1" fill="hold">
                                          <p:stCondLst>
                                            <p:cond delay="0"/>
                                          </p:stCondLst>
                                        </p:cTn>
                                        <p:tgtEl>
                                          <p:spTgt spid="928"/>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nodeType="clickEffect" fill="hold" presetClass="exit" presetID="9">
                                  <p:stCondLst>
                                    <p:cond delay="0"/>
                                  </p:stCondLst>
                                  <p:childTnLst>
                                    <p:animEffect filter="dissolve" transition="out">
                                      <p:cBhvr additive="repl">
                                        <p:cTn id="112" dur="500"/>
                                        <p:tgtEl>
                                          <p:spTgt spid="927"/>
                                        </p:tgtEl>
                                      </p:cBhvr>
                                    </p:animEffect>
                                    <p:set>
                                      <p:cBhvr>
                                        <p:cTn id="113" dur="1" fill="hold">
                                          <p:stCondLst>
                                            <p:cond delay="499"/>
                                          </p:stCondLst>
                                        </p:cTn>
                                        <p:tgtEl>
                                          <p:spTgt spid="927"/>
                                        </p:tgtEl>
                                        <p:attrNameLst>
                                          <p:attrName>style.visibility</p:attrName>
                                        </p:attrNameLst>
                                      </p:cBhvr>
                                      <p:to>
                                        <p:strVal val="hidden"/>
                                      </p:to>
                                    </p:set>
                                  </p:childTnLst>
                                </p:cTn>
                              </p:par>
                              <p:par>
                                <p:cTn id="114" nodeType="withEffect" fill="hold" presetClass="exit" presetID="9">
                                  <p:stCondLst>
                                    <p:cond delay="0"/>
                                  </p:stCondLst>
                                  <p:childTnLst>
                                    <p:animEffect filter="dissolve" transition="out">
                                      <p:cBhvr additive="repl">
                                        <p:cTn id="115" dur="500"/>
                                        <p:tgtEl>
                                          <p:spTgt spid="928"/>
                                        </p:tgtEl>
                                      </p:cBhvr>
                                    </p:animEffect>
                                    <p:set>
                                      <p:cBhvr>
                                        <p:cTn id="116" dur="1" fill="hold">
                                          <p:stCondLst>
                                            <p:cond delay="499"/>
                                          </p:stCondLst>
                                        </p:cTn>
                                        <p:tgtEl>
                                          <p:spTgt spid="928"/>
                                        </p:tgtEl>
                                        <p:attrNameLst>
                                          <p:attrName>style.visibility</p:attrName>
                                        </p:attrNameLst>
                                      </p:cBhvr>
                                      <p:to>
                                        <p:strVal val="hidden"/>
                                      </p:to>
                                    </p:set>
                                  </p:childTnLst>
                                </p:cTn>
                              </p:par>
                              <p:par>
                                <p:cTn id="117" nodeType="withEffect" fill="hold" presetClass="entr" presetID="1">
                                  <p:stCondLst>
                                    <p:cond delay="0"/>
                                  </p:stCondLst>
                                  <p:childTnLst>
                                    <p:set>
                                      <p:cBhvr>
                                        <p:cTn id="118" dur="1" fill="hold">
                                          <p:stCondLst>
                                            <p:cond delay="0"/>
                                          </p:stCondLst>
                                        </p:cTn>
                                        <p:tgtEl>
                                          <p:spTgt spid="929"/>
                                        </p:tgtEl>
                                        <p:attrNameLst>
                                          <p:attrName>style.visibility</p:attrName>
                                        </p:attrNameLst>
                                      </p:cBhvr>
                                      <p:to>
                                        <p:strVal val="visible"/>
                                      </p:to>
                                    </p:set>
                                  </p:childTnLst>
                                </p:cTn>
                              </p:par>
                              <p:par>
                                <p:cTn id="119" nodeType="withEffect" fill="hold" presetClass="entr" presetID="1">
                                  <p:stCondLst>
                                    <p:cond delay="0"/>
                                  </p:stCondLst>
                                  <p:childTnLst>
                                    <p:set>
                                      <p:cBhvr>
                                        <p:cTn id="120" dur="1" fill="hold">
                                          <p:stCondLst>
                                            <p:cond delay="0"/>
                                          </p:stCondLst>
                                        </p:cTn>
                                        <p:tgtEl>
                                          <p:spTgt spid="930"/>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nodeType="clickEffect" fill="hold" presetClass="exit" presetID="9">
                                  <p:stCondLst>
                                    <p:cond delay="0"/>
                                  </p:stCondLst>
                                  <p:childTnLst>
                                    <p:animEffect filter="dissolve" transition="out">
                                      <p:cBhvr additive="repl">
                                        <p:cTn id="124" dur="500"/>
                                        <p:tgtEl>
                                          <p:spTgt spid="929"/>
                                        </p:tgtEl>
                                      </p:cBhvr>
                                    </p:animEffect>
                                    <p:set>
                                      <p:cBhvr>
                                        <p:cTn id="125" dur="1" fill="hold">
                                          <p:stCondLst>
                                            <p:cond delay="499"/>
                                          </p:stCondLst>
                                        </p:cTn>
                                        <p:tgtEl>
                                          <p:spTgt spid="929"/>
                                        </p:tgtEl>
                                        <p:attrNameLst>
                                          <p:attrName>style.visibility</p:attrName>
                                        </p:attrNameLst>
                                      </p:cBhvr>
                                      <p:to>
                                        <p:strVal val="hidden"/>
                                      </p:to>
                                    </p:set>
                                  </p:childTnLst>
                                </p:cTn>
                              </p:par>
                              <p:par>
                                <p:cTn id="126" nodeType="withEffect" fill="hold" presetClass="exit" presetID="9">
                                  <p:stCondLst>
                                    <p:cond delay="0"/>
                                  </p:stCondLst>
                                  <p:childTnLst>
                                    <p:animEffect filter="dissolve" transition="out">
                                      <p:cBhvr additive="repl">
                                        <p:cTn id="127" dur="500"/>
                                        <p:tgtEl>
                                          <p:spTgt spid="930"/>
                                        </p:tgtEl>
                                      </p:cBhvr>
                                    </p:animEffect>
                                    <p:set>
                                      <p:cBhvr>
                                        <p:cTn id="128" dur="1" fill="hold">
                                          <p:stCondLst>
                                            <p:cond delay="499"/>
                                          </p:stCondLst>
                                        </p:cTn>
                                        <p:tgtEl>
                                          <p:spTgt spid="930"/>
                                        </p:tgtEl>
                                        <p:attrNameLst>
                                          <p:attrName>style.visibility</p:attrName>
                                        </p:attrNameLst>
                                      </p:cBhvr>
                                      <p:to>
                                        <p:strVal val="hidden"/>
                                      </p:to>
                                    </p:set>
                                  </p:childTnLst>
                                </p:cTn>
                              </p:par>
                              <p:par>
                                <p:cTn id="129" nodeType="withEffect" fill="hold" presetClass="entr" presetID="1">
                                  <p:stCondLst>
                                    <p:cond delay="0"/>
                                  </p:stCondLst>
                                  <p:childTnLst>
                                    <p:set>
                                      <p:cBhvr>
                                        <p:cTn id="130" dur="1" fill="hold">
                                          <p:stCondLst>
                                            <p:cond delay="0"/>
                                          </p:stCondLst>
                                        </p:cTn>
                                        <p:tgtEl>
                                          <p:spTgt spid="931"/>
                                        </p:tgtEl>
                                        <p:attrNameLst>
                                          <p:attrName>style.visibility</p:attrName>
                                        </p:attrNameLst>
                                      </p:cBhvr>
                                      <p:to>
                                        <p:strVal val="visible"/>
                                      </p:to>
                                    </p:set>
                                  </p:childTnLst>
                                </p:cTn>
                              </p:par>
                              <p:par>
                                <p:cTn id="131" nodeType="withEffect" fill="hold" presetClass="entr" presetID="1">
                                  <p:stCondLst>
                                    <p:cond delay="0"/>
                                  </p:stCondLst>
                                  <p:childTnLst>
                                    <p:set>
                                      <p:cBhvr>
                                        <p:cTn id="132" dur="1" fill="hold">
                                          <p:stCondLst>
                                            <p:cond delay="0"/>
                                          </p:stCondLst>
                                        </p:cTn>
                                        <p:tgtEl>
                                          <p:spTgt spid="9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3" name="Imagen 6" descr=""/>
          <p:cNvPicPr/>
          <p:nvPr/>
        </p:nvPicPr>
        <p:blipFill>
          <a:blip r:embed="rId1"/>
          <a:stretch/>
        </p:blipFill>
        <p:spPr>
          <a:xfrm>
            <a:off x="266760" y="692640"/>
            <a:ext cx="8608680" cy="5178960"/>
          </a:xfrm>
          <a:prstGeom prst="rect">
            <a:avLst/>
          </a:prstGeom>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4" name="Imagen 6" descr=""/>
          <p:cNvPicPr/>
          <p:nvPr/>
        </p:nvPicPr>
        <p:blipFill>
          <a:blip r:embed="rId1"/>
          <a:stretch/>
        </p:blipFill>
        <p:spPr>
          <a:xfrm>
            <a:off x="251640" y="442080"/>
            <a:ext cx="8638920" cy="5884920"/>
          </a:xfrm>
          <a:prstGeom prst="rect">
            <a:avLst/>
          </a:prstGeom>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5" name="PlaceHolder 1"/>
          <p:cNvSpPr>
            <a:spLocks noGrp="1"/>
          </p:cNvSpPr>
          <p:nvPr>
            <p:ph type="title"/>
          </p:nvPr>
        </p:nvSpPr>
        <p:spPr>
          <a:xfrm>
            <a:off x="467640" y="2565000"/>
            <a:ext cx="8227440" cy="1140840"/>
          </a:xfrm>
          <a:prstGeom prst="rect">
            <a:avLst/>
          </a:prstGeom>
          <a:noFill/>
          <a:ln w="0">
            <a:noFill/>
          </a:ln>
        </p:spPr>
        <p:txBody>
          <a:bodyPr lIns="90000" rIns="90000" tIns="45000" bIns="45000" anchor="ctr">
            <a:normAutofit/>
          </a:bodyPr>
          <a:p>
            <a:pPr indent="0" algn="ctr">
              <a:lnSpc>
                <a:spcPct val="100000"/>
              </a:lnSpc>
              <a:buNone/>
            </a:pPr>
            <a:r>
              <a:rPr b="1" lang="es-MX" sz="3200" spc="-1" strike="noStrike">
                <a:solidFill>
                  <a:srgbClr val="0070c0"/>
                </a:solidFill>
                <a:latin typeface="Lucida Sans"/>
              </a:rPr>
              <a:t>Pruebas dependientes de umbral</a:t>
            </a:r>
            <a:endParaRPr b="0" lang="es-MX"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6"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937"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938"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939"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940"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941" name="Imagen 6" descr=""/>
          <p:cNvPicPr/>
          <p:nvPr/>
        </p:nvPicPr>
        <p:blipFill>
          <a:blip r:embed="rId1"/>
          <a:stretch/>
        </p:blipFill>
        <p:spPr>
          <a:xfrm>
            <a:off x="151200" y="274680"/>
            <a:ext cx="8687520" cy="6550560"/>
          </a:xfrm>
          <a:prstGeom prst="rect">
            <a:avLst/>
          </a:prstGeom>
          <a:ln w="0">
            <a:noFill/>
          </a:ln>
        </p:spPr>
      </p:pic>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42" name="Imagen 7" descr=""/>
          <p:cNvPicPr/>
          <p:nvPr/>
        </p:nvPicPr>
        <p:blipFill>
          <a:blip r:embed="rId1"/>
          <a:stretch/>
        </p:blipFill>
        <p:spPr>
          <a:xfrm>
            <a:off x="78120" y="15120"/>
            <a:ext cx="9063720" cy="7068240"/>
          </a:xfrm>
          <a:prstGeom prst="rect">
            <a:avLst/>
          </a:prstGeom>
          <a:ln w="0">
            <a:noFill/>
          </a:ln>
        </p:spPr>
      </p:pic>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3"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944"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945"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946"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947"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948" name="Imagen 6" descr=""/>
          <p:cNvPicPr/>
          <p:nvPr/>
        </p:nvPicPr>
        <p:blipFill>
          <a:blip r:embed="rId1"/>
          <a:stretch/>
        </p:blipFill>
        <p:spPr>
          <a:xfrm>
            <a:off x="52560" y="-99360"/>
            <a:ext cx="9089280" cy="7054560"/>
          </a:xfrm>
          <a:prstGeom prst="rect">
            <a:avLst/>
          </a:prstGeom>
          <a:ln w="0">
            <a:noFill/>
          </a:ln>
        </p:spPr>
      </p:pic>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9" name="PlaceHolder 1"/>
          <p:cNvSpPr>
            <a:spLocks noGrp="1"/>
          </p:cNvSpPr>
          <p:nvPr>
            <p:ph type="title"/>
          </p:nvPr>
        </p:nvSpPr>
        <p:spPr>
          <a:xfrm>
            <a:off x="467640" y="2565000"/>
            <a:ext cx="8227440" cy="1140840"/>
          </a:xfrm>
          <a:prstGeom prst="rect">
            <a:avLst/>
          </a:prstGeom>
          <a:noFill/>
          <a:ln w="0">
            <a:noFill/>
          </a:ln>
        </p:spPr>
        <p:txBody>
          <a:bodyPr lIns="90000" rIns="90000" tIns="45000" bIns="45000" anchor="ctr">
            <a:normAutofit/>
          </a:bodyPr>
          <a:p>
            <a:pPr indent="0" algn="ctr">
              <a:lnSpc>
                <a:spcPct val="100000"/>
              </a:lnSpc>
              <a:buNone/>
            </a:pPr>
            <a:r>
              <a:rPr b="1" lang="es-MX" sz="3200" spc="-1" strike="noStrike">
                <a:solidFill>
                  <a:srgbClr val="0070c0"/>
                </a:solidFill>
                <a:latin typeface="Lucida Sans"/>
              </a:rPr>
              <a:t>Pruebas independientes de umbral</a:t>
            </a:r>
            <a:endParaRPr b="0" lang="es-MX"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0"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951"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952"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953"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954"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955" name="Imagen 6" descr=""/>
          <p:cNvPicPr/>
          <p:nvPr/>
        </p:nvPicPr>
        <p:blipFill>
          <a:blip r:embed="rId1"/>
          <a:srcRect l="13473" t="0" r="12914" b="0"/>
          <a:stretch/>
        </p:blipFill>
        <p:spPr>
          <a:xfrm>
            <a:off x="15840" y="116640"/>
            <a:ext cx="8946720" cy="6833160"/>
          </a:xfrm>
          <a:prstGeom prst="rect">
            <a:avLst/>
          </a:prstGeom>
          <a:ln w="0">
            <a:noFill/>
          </a:ln>
        </p:spPr>
      </p:pic>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56" name="Picture 2" descr="http://144.6.228.92/cctas/Tasmania_weather_modelling_v1/models/birds/01906/climate/plots/01906_6_roc.png"/>
          <p:cNvPicPr/>
          <p:nvPr/>
        </p:nvPicPr>
        <p:blipFill>
          <a:blip r:embed="rId1"/>
          <a:stretch/>
        </p:blipFill>
        <p:spPr>
          <a:xfrm>
            <a:off x="36000" y="908640"/>
            <a:ext cx="8569080" cy="5508000"/>
          </a:xfrm>
          <a:prstGeom prst="rect">
            <a:avLst/>
          </a:prstGeom>
          <a:ln w="0">
            <a:noFill/>
          </a:ln>
        </p:spPr>
      </p:pic>
      <p:sp>
        <p:nvSpPr>
          <p:cNvPr id="957" name="CuadroTexto 7"/>
          <p:cNvSpPr/>
          <p:nvPr/>
        </p:nvSpPr>
        <p:spPr>
          <a:xfrm>
            <a:off x="179640" y="133560"/>
            <a:ext cx="878292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MX" sz="1800" spc="-1" strike="noStrike">
                <a:solidFill>
                  <a:srgbClr val="2c2900"/>
                </a:solidFill>
                <a:latin typeface="Century Gothic"/>
                <a:ea typeface="DejaVu Sans"/>
              </a:rPr>
              <a:t>Grafica la sensibilidad (1- tasa de omisión) vs 1- especificidad (proporción de área predicha) con forme el umbral se mueve de 1 hacia abajo. </a:t>
            </a:r>
            <a:endParaRPr b="0" lang="es-MX" sz="1800" spc="-1" strike="noStrike">
              <a:solidFill>
                <a:srgbClr val="000000"/>
              </a:solidFill>
              <a:latin typeface="Arial"/>
            </a:endParaRPr>
          </a:p>
        </p:txBody>
      </p:sp>
      <p:sp>
        <p:nvSpPr>
          <p:cNvPr id="958" name="Rectángulo 8"/>
          <p:cNvSpPr/>
          <p:nvPr/>
        </p:nvSpPr>
        <p:spPr>
          <a:xfrm>
            <a:off x="6353640" y="2349000"/>
            <a:ext cx="2590200" cy="3598200"/>
          </a:xfrm>
          <a:prstGeom prst="rect">
            <a:avLst/>
          </a:prstGeom>
          <a:solidFill>
            <a:schemeClr val="accent1"/>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59" name="Oval 17"/>
          <p:cNvSpPr/>
          <p:nvPr/>
        </p:nvSpPr>
        <p:spPr>
          <a:xfrm>
            <a:off x="6824160" y="296820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60" name="Oval 17"/>
          <p:cNvSpPr/>
          <p:nvPr/>
        </p:nvSpPr>
        <p:spPr>
          <a:xfrm>
            <a:off x="6909840" y="381420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61" name="Oval 17"/>
          <p:cNvSpPr/>
          <p:nvPr/>
        </p:nvSpPr>
        <p:spPr>
          <a:xfrm>
            <a:off x="7308360" y="479700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62" name="Oval 17"/>
          <p:cNvSpPr/>
          <p:nvPr/>
        </p:nvSpPr>
        <p:spPr>
          <a:xfrm>
            <a:off x="7382520" y="319608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63" name="Oval 17"/>
          <p:cNvSpPr/>
          <p:nvPr/>
        </p:nvSpPr>
        <p:spPr>
          <a:xfrm>
            <a:off x="7649640" y="392292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64" name="Oval 17"/>
          <p:cNvSpPr/>
          <p:nvPr/>
        </p:nvSpPr>
        <p:spPr>
          <a:xfrm>
            <a:off x="7649640" y="278352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65" name="Oval 17"/>
          <p:cNvSpPr/>
          <p:nvPr/>
        </p:nvSpPr>
        <p:spPr>
          <a:xfrm>
            <a:off x="7211160" y="432756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66" name="Oval 17"/>
          <p:cNvSpPr/>
          <p:nvPr/>
        </p:nvSpPr>
        <p:spPr>
          <a:xfrm>
            <a:off x="7823520" y="351108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67" name="Oval 17"/>
          <p:cNvSpPr/>
          <p:nvPr/>
        </p:nvSpPr>
        <p:spPr>
          <a:xfrm>
            <a:off x="7897680" y="440388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68" name="Oval 17"/>
          <p:cNvSpPr/>
          <p:nvPr/>
        </p:nvSpPr>
        <p:spPr>
          <a:xfrm>
            <a:off x="7226640" y="284688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69" name="Estrella de 5 puntas 21"/>
          <p:cNvSpPr/>
          <p:nvPr/>
        </p:nvSpPr>
        <p:spPr>
          <a:xfrm>
            <a:off x="5508000" y="980640"/>
            <a:ext cx="645840" cy="645840"/>
          </a:xfrm>
          <a:prstGeom prst="star5">
            <a:avLst>
              <a:gd name="adj" fmla="val 19098"/>
              <a:gd name="hf" fmla="val 105146"/>
              <a:gd name="vf" fmla="val 110557"/>
            </a:avLst>
          </a:prstGeom>
          <a:solidFill>
            <a:srgbClr val="ff000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133" dur="indefinite" restart="never" nodeType="tmRoot">
          <p:childTnLst>
            <p:seq>
              <p:cTn id="134" dur="indefinite" nodeType="mainSeq">
                <p:childTnLst>
                  <p:par>
                    <p:cTn id="135" fill="hold">
                      <p:stCondLst>
                        <p:cond delay="indefinite"/>
                      </p:stCondLst>
                      <p:childTnLst>
                        <p:par>
                          <p:cTn id="136" fill="hold">
                            <p:stCondLst>
                              <p:cond delay="0"/>
                            </p:stCondLst>
                            <p:childTnLst>
                              <p:par>
                                <p:cTn id="137" nodeType="clickEffect" fill="hold" presetClass="entr" presetID="1">
                                  <p:stCondLst>
                                    <p:cond delay="0"/>
                                  </p:stCondLst>
                                  <p:childTnLst>
                                    <p:set>
                                      <p:cBhvr>
                                        <p:cTn id="138" dur="1" fill="hold">
                                          <p:stCondLst>
                                            <p:cond delay="0"/>
                                          </p:stCondLst>
                                        </p:cTn>
                                        <p:tgtEl>
                                          <p:spTgt spid="9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70" name="Picture 2" descr="http://144.6.228.92/cctas/Tasmania_weather_modelling_v1/models/birds/01906/climate/plots/01906_6_roc.png"/>
          <p:cNvPicPr/>
          <p:nvPr/>
        </p:nvPicPr>
        <p:blipFill>
          <a:blip r:embed="rId1"/>
          <a:stretch/>
        </p:blipFill>
        <p:spPr>
          <a:xfrm>
            <a:off x="108000" y="908640"/>
            <a:ext cx="8569080" cy="5508000"/>
          </a:xfrm>
          <a:prstGeom prst="rect">
            <a:avLst/>
          </a:prstGeom>
          <a:ln w="0">
            <a:noFill/>
          </a:ln>
        </p:spPr>
      </p:pic>
      <p:sp>
        <p:nvSpPr>
          <p:cNvPr id="971" name="Rectángulo 8"/>
          <p:cNvSpPr/>
          <p:nvPr/>
        </p:nvSpPr>
        <p:spPr>
          <a:xfrm>
            <a:off x="6353640" y="2349000"/>
            <a:ext cx="2590200" cy="3598200"/>
          </a:xfrm>
          <a:prstGeom prst="rect">
            <a:avLst/>
          </a:prstGeom>
          <a:no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72" name="Oval 17"/>
          <p:cNvSpPr/>
          <p:nvPr/>
        </p:nvSpPr>
        <p:spPr>
          <a:xfrm>
            <a:off x="7164000" y="2787480"/>
            <a:ext cx="268560" cy="303120"/>
          </a:xfrm>
          <a:prstGeom prst="ellipse">
            <a:avLst/>
          </a:prstGeom>
          <a:solidFill>
            <a:schemeClr val="accent1"/>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73" name="Oval 17"/>
          <p:cNvSpPr/>
          <p:nvPr/>
        </p:nvSpPr>
        <p:spPr>
          <a:xfrm>
            <a:off x="6763320" y="2895840"/>
            <a:ext cx="268560" cy="303120"/>
          </a:xfrm>
          <a:prstGeom prst="ellipse">
            <a:avLst/>
          </a:prstGeom>
          <a:solidFill>
            <a:schemeClr val="accent1"/>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74" name="Oval 17"/>
          <p:cNvSpPr/>
          <p:nvPr/>
        </p:nvSpPr>
        <p:spPr>
          <a:xfrm>
            <a:off x="7359840" y="3113280"/>
            <a:ext cx="268560" cy="303120"/>
          </a:xfrm>
          <a:prstGeom prst="ellipse">
            <a:avLst/>
          </a:prstGeom>
          <a:solidFill>
            <a:schemeClr val="accent1"/>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75" name="Oval 17"/>
          <p:cNvSpPr/>
          <p:nvPr/>
        </p:nvSpPr>
        <p:spPr>
          <a:xfrm>
            <a:off x="7762680" y="3434760"/>
            <a:ext cx="268560" cy="303120"/>
          </a:xfrm>
          <a:prstGeom prst="ellipse">
            <a:avLst/>
          </a:prstGeom>
          <a:solidFill>
            <a:schemeClr val="accent1"/>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76" name="Oval 17"/>
          <p:cNvSpPr/>
          <p:nvPr/>
        </p:nvSpPr>
        <p:spPr>
          <a:xfrm>
            <a:off x="6859440" y="3738240"/>
            <a:ext cx="268560" cy="303120"/>
          </a:xfrm>
          <a:prstGeom prst="ellipse">
            <a:avLst/>
          </a:prstGeom>
          <a:solidFill>
            <a:schemeClr val="accent1"/>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77" name="Oval 17"/>
          <p:cNvSpPr/>
          <p:nvPr/>
        </p:nvSpPr>
        <p:spPr>
          <a:xfrm>
            <a:off x="7598160" y="3846600"/>
            <a:ext cx="268560" cy="303120"/>
          </a:xfrm>
          <a:prstGeom prst="ellipse">
            <a:avLst/>
          </a:prstGeom>
          <a:solidFill>
            <a:schemeClr val="accent1"/>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78" name="Oval 17"/>
          <p:cNvSpPr/>
          <p:nvPr/>
        </p:nvSpPr>
        <p:spPr>
          <a:xfrm>
            <a:off x="7164000" y="4226040"/>
            <a:ext cx="268560" cy="303120"/>
          </a:xfrm>
          <a:prstGeom prst="ellipse">
            <a:avLst/>
          </a:prstGeom>
          <a:solidFill>
            <a:schemeClr val="accent1"/>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79" name="Oval 17"/>
          <p:cNvSpPr/>
          <p:nvPr/>
        </p:nvSpPr>
        <p:spPr>
          <a:xfrm>
            <a:off x="7247160" y="4686120"/>
            <a:ext cx="268560" cy="303120"/>
          </a:xfrm>
          <a:prstGeom prst="ellipse">
            <a:avLst/>
          </a:prstGeom>
          <a:solidFill>
            <a:schemeClr val="accent1"/>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80" name="Oval 17"/>
          <p:cNvSpPr/>
          <p:nvPr/>
        </p:nvSpPr>
        <p:spPr>
          <a:xfrm>
            <a:off x="7836840" y="4330800"/>
            <a:ext cx="268560" cy="303120"/>
          </a:xfrm>
          <a:prstGeom prst="ellipse">
            <a:avLst/>
          </a:prstGeom>
          <a:solidFill>
            <a:schemeClr val="accent1"/>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81" name="Oval 17"/>
          <p:cNvSpPr/>
          <p:nvPr/>
        </p:nvSpPr>
        <p:spPr>
          <a:xfrm>
            <a:off x="7587360" y="2732040"/>
            <a:ext cx="268560" cy="303120"/>
          </a:xfrm>
          <a:prstGeom prst="ellipse">
            <a:avLst/>
          </a:prstGeom>
          <a:solidFill>
            <a:schemeClr val="accent1"/>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82" name="CuadroTexto 7"/>
          <p:cNvSpPr/>
          <p:nvPr/>
        </p:nvSpPr>
        <p:spPr>
          <a:xfrm>
            <a:off x="179640" y="133560"/>
            <a:ext cx="878292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MX" sz="1800" spc="-1" strike="noStrike">
                <a:solidFill>
                  <a:srgbClr val="2c2900"/>
                </a:solidFill>
                <a:latin typeface="Century Gothic"/>
                <a:ea typeface="DejaVu Sans"/>
              </a:rPr>
              <a:t>Grafica la sensibilidad (1- tasa de omisión) vs 1- especificidad (proporción de área predicha) con forme el umbral se mueve de 1 hacia abajo. </a:t>
            </a:r>
            <a:endParaRPr b="0" lang="es-MX" sz="1800" spc="-1" strike="noStrike">
              <a:solidFill>
                <a:srgbClr val="000000"/>
              </a:solidFill>
              <a:latin typeface="Arial"/>
            </a:endParaRPr>
          </a:p>
        </p:txBody>
      </p:sp>
      <p:sp>
        <p:nvSpPr>
          <p:cNvPr id="983" name="Oval 17"/>
          <p:cNvSpPr/>
          <p:nvPr/>
        </p:nvSpPr>
        <p:spPr>
          <a:xfrm>
            <a:off x="6824160" y="296820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84" name="Oval 17"/>
          <p:cNvSpPr/>
          <p:nvPr/>
        </p:nvSpPr>
        <p:spPr>
          <a:xfrm>
            <a:off x="6909840" y="381420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85" name="Oval 17"/>
          <p:cNvSpPr/>
          <p:nvPr/>
        </p:nvSpPr>
        <p:spPr>
          <a:xfrm>
            <a:off x="7308360" y="479700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86" name="Oval 17"/>
          <p:cNvSpPr/>
          <p:nvPr/>
        </p:nvSpPr>
        <p:spPr>
          <a:xfrm>
            <a:off x="7382520" y="319608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87" name="Oval 17"/>
          <p:cNvSpPr/>
          <p:nvPr/>
        </p:nvSpPr>
        <p:spPr>
          <a:xfrm>
            <a:off x="7649640" y="392292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88" name="Oval 17"/>
          <p:cNvSpPr/>
          <p:nvPr/>
        </p:nvSpPr>
        <p:spPr>
          <a:xfrm>
            <a:off x="7649640" y="278352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89" name="Oval 17"/>
          <p:cNvSpPr/>
          <p:nvPr/>
        </p:nvSpPr>
        <p:spPr>
          <a:xfrm>
            <a:off x="7211160" y="432756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90" name="Oval 17"/>
          <p:cNvSpPr/>
          <p:nvPr/>
        </p:nvSpPr>
        <p:spPr>
          <a:xfrm>
            <a:off x="7823520" y="351108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91" name="Oval 17"/>
          <p:cNvSpPr/>
          <p:nvPr/>
        </p:nvSpPr>
        <p:spPr>
          <a:xfrm>
            <a:off x="7897680" y="440388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92" name="Oval 17"/>
          <p:cNvSpPr/>
          <p:nvPr/>
        </p:nvSpPr>
        <p:spPr>
          <a:xfrm>
            <a:off x="7226640" y="284688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93" name="Estrella de 5 puntas 21"/>
          <p:cNvSpPr/>
          <p:nvPr/>
        </p:nvSpPr>
        <p:spPr>
          <a:xfrm>
            <a:off x="323640" y="1052640"/>
            <a:ext cx="645840" cy="645840"/>
          </a:xfrm>
          <a:prstGeom prst="star5">
            <a:avLst>
              <a:gd name="adj" fmla="val 19098"/>
              <a:gd name="hf" fmla="val 105146"/>
              <a:gd name="vf" fmla="val 110557"/>
            </a:avLst>
          </a:prstGeom>
          <a:solidFill>
            <a:srgbClr val="ff000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139" dur="indefinite" restart="never" nodeType="tmRoot">
          <p:childTnLst>
            <p:seq>
              <p:cTn id="140" dur="indefinite" nodeType="mainSeq">
                <p:childTnLst>
                  <p:par>
                    <p:cTn id="141" fill="hold">
                      <p:stCondLst>
                        <p:cond delay="indefinite"/>
                      </p:stCondLst>
                      <p:childTnLst>
                        <p:par>
                          <p:cTn id="142" fill="hold">
                            <p:stCondLst>
                              <p:cond delay="0"/>
                            </p:stCondLst>
                            <p:childTnLst>
                              <p:par>
                                <p:cTn id="143" nodeType="clickEffect" fill="hold" presetClass="entr" presetID="1">
                                  <p:stCondLst>
                                    <p:cond delay="0"/>
                                  </p:stCondLst>
                                  <p:childTnLst>
                                    <p:set>
                                      <p:cBhvr>
                                        <p:cTn id="144" dur="1" fill="hold">
                                          <p:stCondLst>
                                            <p:cond delay="0"/>
                                          </p:stCondLst>
                                        </p:cTn>
                                        <p:tgtEl>
                                          <p:spTgt spid="9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94" name="Picture 2" descr="http://144.6.228.92/cctas/Tasmania_weather_modelling_v1/models/birds/01906/climate/plots/01906_6_roc.png"/>
          <p:cNvPicPr/>
          <p:nvPr/>
        </p:nvPicPr>
        <p:blipFill>
          <a:blip r:embed="rId1"/>
          <a:stretch/>
        </p:blipFill>
        <p:spPr>
          <a:xfrm>
            <a:off x="36000" y="908640"/>
            <a:ext cx="8569080" cy="5508000"/>
          </a:xfrm>
          <a:prstGeom prst="rect">
            <a:avLst/>
          </a:prstGeom>
          <a:ln w="0">
            <a:noFill/>
          </a:ln>
        </p:spPr>
      </p:pic>
      <p:sp>
        <p:nvSpPr>
          <p:cNvPr id="995" name="CuadroTexto 7"/>
          <p:cNvSpPr/>
          <p:nvPr/>
        </p:nvSpPr>
        <p:spPr>
          <a:xfrm>
            <a:off x="179640" y="133560"/>
            <a:ext cx="878292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MX" sz="1800" spc="-1" strike="noStrike">
                <a:solidFill>
                  <a:srgbClr val="2c2900"/>
                </a:solidFill>
                <a:latin typeface="Century Gothic"/>
                <a:ea typeface="DejaVu Sans"/>
              </a:rPr>
              <a:t>Grafica la sensibilidad (1- tasa de omisión) vs 1- especificidad (proporción de área predicha) con forme el umbral se mueve de 1 hacia abajo. </a:t>
            </a:r>
            <a:endParaRPr b="0" lang="es-MX" sz="1800" spc="-1" strike="noStrike">
              <a:solidFill>
                <a:srgbClr val="000000"/>
              </a:solidFill>
              <a:latin typeface="Arial"/>
            </a:endParaRPr>
          </a:p>
        </p:txBody>
      </p:sp>
      <p:sp>
        <p:nvSpPr>
          <p:cNvPr id="996" name="Rectángulo 8"/>
          <p:cNvSpPr/>
          <p:nvPr/>
        </p:nvSpPr>
        <p:spPr>
          <a:xfrm>
            <a:off x="6353640" y="2349000"/>
            <a:ext cx="2590200" cy="3598200"/>
          </a:xfrm>
          <a:prstGeom prst="rect">
            <a:avLst/>
          </a:prstGeom>
          <a:solidFill>
            <a:srgbClr val="ffffff"/>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997" name="Oval 17"/>
          <p:cNvSpPr/>
          <p:nvPr/>
        </p:nvSpPr>
        <p:spPr>
          <a:xfrm>
            <a:off x="6824160" y="296820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98" name="Oval 17"/>
          <p:cNvSpPr/>
          <p:nvPr/>
        </p:nvSpPr>
        <p:spPr>
          <a:xfrm>
            <a:off x="6909840" y="381420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999" name="Oval 17"/>
          <p:cNvSpPr/>
          <p:nvPr/>
        </p:nvSpPr>
        <p:spPr>
          <a:xfrm>
            <a:off x="7308360" y="479700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1000" name="Oval 17"/>
          <p:cNvSpPr/>
          <p:nvPr/>
        </p:nvSpPr>
        <p:spPr>
          <a:xfrm>
            <a:off x="7382520" y="319608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1001" name="Oval 17"/>
          <p:cNvSpPr/>
          <p:nvPr/>
        </p:nvSpPr>
        <p:spPr>
          <a:xfrm>
            <a:off x="7649640" y="392292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1002" name="Oval 17"/>
          <p:cNvSpPr/>
          <p:nvPr/>
        </p:nvSpPr>
        <p:spPr>
          <a:xfrm>
            <a:off x="7649640" y="278352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1003" name="Oval 17"/>
          <p:cNvSpPr/>
          <p:nvPr/>
        </p:nvSpPr>
        <p:spPr>
          <a:xfrm>
            <a:off x="7211160" y="432756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1004" name="Oval 17"/>
          <p:cNvSpPr/>
          <p:nvPr/>
        </p:nvSpPr>
        <p:spPr>
          <a:xfrm>
            <a:off x="7823520" y="351108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1005" name="Oval 17"/>
          <p:cNvSpPr/>
          <p:nvPr/>
        </p:nvSpPr>
        <p:spPr>
          <a:xfrm>
            <a:off x="7897680" y="440388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1006" name="Oval 17"/>
          <p:cNvSpPr/>
          <p:nvPr/>
        </p:nvSpPr>
        <p:spPr>
          <a:xfrm>
            <a:off x="7226640" y="2846880"/>
            <a:ext cx="146520" cy="150480"/>
          </a:xfrm>
          <a:prstGeom prst="ellipse">
            <a:avLst/>
          </a:prstGeom>
          <a:solidFill>
            <a:srgbClr val="0070c0"/>
          </a:solidFill>
          <a:ln w="28575">
            <a:solidFill>
              <a:srgbClr val="2c2900"/>
            </a:solidFill>
            <a:round/>
          </a:ln>
          <a:effectLst>
            <a:outerShdw blurRad="190440" dir="2700000" dist="228593" rotWithShape="0" sy="9000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
        <p:nvSpPr>
          <p:cNvPr id="1007" name="Estrella de 5 puntas 21"/>
          <p:cNvSpPr/>
          <p:nvPr/>
        </p:nvSpPr>
        <p:spPr>
          <a:xfrm>
            <a:off x="323640" y="5157360"/>
            <a:ext cx="645840" cy="645840"/>
          </a:xfrm>
          <a:prstGeom prst="star5">
            <a:avLst>
              <a:gd name="adj" fmla="val 19098"/>
              <a:gd name="hf" fmla="val 105146"/>
              <a:gd name="vf" fmla="val 110557"/>
            </a:avLst>
          </a:prstGeom>
          <a:solidFill>
            <a:srgbClr val="ff000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145" dur="indefinite" restart="never" nodeType="tmRoot">
          <p:childTnLst>
            <p:seq>
              <p:cTn id="146" dur="indefinite" nodeType="mainSeq">
                <p:childTnLst>
                  <p:par>
                    <p:cTn id="147" fill="hold">
                      <p:stCondLst>
                        <p:cond delay="indefinite"/>
                      </p:stCondLst>
                      <p:childTnLst>
                        <p:par>
                          <p:cTn id="148" fill="hold">
                            <p:stCondLst>
                              <p:cond delay="0"/>
                            </p:stCondLst>
                            <p:childTnLst>
                              <p:par>
                                <p:cTn id="149" nodeType="clickEffect" fill="hold" presetClass="entr" presetID="1">
                                  <p:stCondLst>
                                    <p:cond delay="0"/>
                                  </p:stCondLst>
                                  <p:childTnLst>
                                    <p:set>
                                      <p:cBhvr>
                                        <p:cTn id="150" dur="1" fill="hold">
                                          <p:stCondLst>
                                            <p:cond delay="0"/>
                                          </p:stCondLst>
                                        </p:cTn>
                                        <p:tgtEl>
                                          <p:spTgt spid="10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8" name="Imagen 6" descr=""/>
          <p:cNvPicPr/>
          <p:nvPr/>
        </p:nvPicPr>
        <p:blipFill>
          <a:blip r:embed="rId1"/>
          <a:stretch/>
        </p:blipFill>
        <p:spPr>
          <a:xfrm>
            <a:off x="457200" y="2943360"/>
            <a:ext cx="8227440" cy="969480"/>
          </a:xfrm>
          <a:prstGeom prst="rect">
            <a:avLst/>
          </a:prstGeom>
          <a:ln w="0">
            <a:noFill/>
          </a:ln>
        </p:spPr>
      </p:pic>
      <p:sp>
        <p:nvSpPr>
          <p:cNvPr id="1009" name="CuadroTexto 7"/>
          <p:cNvSpPr/>
          <p:nvPr/>
        </p:nvSpPr>
        <p:spPr>
          <a:xfrm>
            <a:off x="6606360" y="22528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3</a:t>
            </a:r>
            <a:endParaRPr b="0" lang="es-MX" sz="3200" spc="-1" strike="noStrike">
              <a:solidFill>
                <a:srgbClr val="000000"/>
              </a:solidFill>
              <a:latin typeface="Arial"/>
            </a:endParaRPr>
          </a:p>
        </p:txBody>
      </p:sp>
      <p:sp>
        <p:nvSpPr>
          <p:cNvPr id="1010" name="CuadroTexto 9"/>
          <p:cNvSpPr/>
          <p:nvPr/>
        </p:nvSpPr>
        <p:spPr>
          <a:xfrm>
            <a:off x="3589200" y="22276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2</a:t>
            </a:r>
            <a:endParaRPr b="0" lang="es-MX" sz="3200" spc="-1" strike="noStrike">
              <a:solidFill>
                <a:srgbClr val="000000"/>
              </a:solidFill>
              <a:latin typeface="Arial"/>
            </a:endParaRPr>
          </a:p>
        </p:txBody>
      </p:sp>
      <p:sp>
        <p:nvSpPr>
          <p:cNvPr id="1011" name="CuadroTexto 10"/>
          <p:cNvSpPr/>
          <p:nvPr/>
        </p:nvSpPr>
        <p:spPr>
          <a:xfrm>
            <a:off x="572040" y="22528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1</a:t>
            </a:r>
            <a:endParaRPr b="0" lang="es-MX" sz="3200" spc="-1" strike="noStrike">
              <a:solidFill>
                <a:srgbClr val="000000"/>
              </a:solidFill>
              <a:latin typeface="Arial"/>
            </a:endParaRPr>
          </a:p>
        </p:txBody>
      </p:sp>
      <p:sp>
        <p:nvSpPr>
          <p:cNvPr id="1012" name="PlaceHolder 1"/>
          <p:cNvSpPr>
            <a:spLocks noGrp="1"/>
          </p:cNvSpPr>
          <p:nvPr>
            <p:ph type="title"/>
          </p:nvPr>
        </p:nvSpPr>
        <p:spPr>
          <a:xfrm>
            <a:off x="527400" y="485640"/>
            <a:ext cx="8227440" cy="1140840"/>
          </a:xfrm>
          <a:prstGeom prst="rect">
            <a:avLst/>
          </a:prstGeom>
          <a:noFill/>
          <a:ln w="0">
            <a:noFill/>
          </a:ln>
        </p:spPr>
        <p:txBody>
          <a:bodyPr lIns="90000" rIns="90000" tIns="45000" bIns="45000" anchor="ctr">
            <a:normAutofit/>
          </a:bodyPr>
          <a:p>
            <a:pPr indent="0" algn="ctr">
              <a:lnSpc>
                <a:spcPct val="100000"/>
              </a:lnSpc>
              <a:buNone/>
            </a:pPr>
            <a:r>
              <a:rPr b="1" lang="es-MX" sz="3200" spc="-1" strike="noStrike">
                <a:solidFill>
                  <a:srgbClr val="0070c0"/>
                </a:solidFill>
                <a:latin typeface="Lucida Sans"/>
              </a:rPr>
              <a:t>Ejercicio cálculo ROC</a:t>
            </a:r>
            <a:endParaRPr b="0" lang="es-MX"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13" name="Imagen 6" descr=""/>
          <p:cNvPicPr/>
          <p:nvPr/>
        </p:nvPicPr>
        <p:blipFill>
          <a:blip r:embed="rId1"/>
          <a:stretch/>
        </p:blipFill>
        <p:spPr>
          <a:xfrm>
            <a:off x="457200" y="2943360"/>
            <a:ext cx="8227440" cy="969480"/>
          </a:xfrm>
          <a:prstGeom prst="rect">
            <a:avLst/>
          </a:prstGeom>
          <a:ln w="0">
            <a:noFill/>
          </a:ln>
        </p:spPr>
      </p:pic>
      <p:sp>
        <p:nvSpPr>
          <p:cNvPr id="1014" name="CuadroTexto 7"/>
          <p:cNvSpPr/>
          <p:nvPr/>
        </p:nvSpPr>
        <p:spPr>
          <a:xfrm>
            <a:off x="6606360" y="22528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3</a:t>
            </a:r>
            <a:endParaRPr b="0" lang="es-MX" sz="3200" spc="-1" strike="noStrike">
              <a:solidFill>
                <a:srgbClr val="000000"/>
              </a:solidFill>
              <a:latin typeface="Arial"/>
            </a:endParaRPr>
          </a:p>
        </p:txBody>
      </p:sp>
      <p:sp>
        <p:nvSpPr>
          <p:cNvPr id="1015" name="CuadroTexto 9"/>
          <p:cNvSpPr/>
          <p:nvPr/>
        </p:nvSpPr>
        <p:spPr>
          <a:xfrm>
            <a:off x="3589200" y="22276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2</a:t>
            </a:r>
            <a:endParaRPr b="0" lang="es-MX" sz="3200" spc="-1" strike="noStrike">
              <a:solidFill>
                <a:srgbClr val="000000"/>
              </a:solidFill>
              <a:latin typeface="Arial"/>
            </a:endParaRPr>
          </a:p>
        </p:txBody>
      </p:sp>
      <p:sp>
        <p:nvSpPr>
          <p:cNvPr id="1016" name="CuadroTexto 10"/>
          <p:cNvSpPr/>
          <p:nvPr/>
        </p:nvSpPr>
        <p:spPr>
          <a:xfrm>
            <a:off x="572040" y="22528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1</a:t>
            </a:r>
            <a:endParaRPr b="0" lang="es-MX" sz="3200" spc="-1" strike="noStrike">
              <a:solidFill>
                <a:srgbClr val="000000"/>
              </a:solidFill>
              <a:latin typeface="Arial"/>
            </a:endParaRPr>
          </a:p>
        </p:txBody>
      </p:sp>
      <p:pic>
        <p:nvPicPr>
          <p:cNvPr id="1017" name="Imagen 5" descr=""/>
          <p:cNvPicPr/>
          <p:nvPr/>
        </p:nvPicPr>
        <p:blipFill>
          <a:blip r:embed="rId2"/>
          <a:srcRect l="0" t="0" r="0" b="78525"/>
          <a:stretch/>
        </p:blipFill>
        <p:spPr>
          <a:xfrm>
            <a:off x="0" y="2925360"/>
            <a:ext cx="8839440" cy="1005120"/>
          </a:xfrm>
          <a:prstGeom prst="rect">
            <a:avLst/>
          </a:prstGeom>
          <a:ln w="0">
            <a:noFill/>
          </a:ln>
        </p:spPr>
      </p:pic>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18" name="Imagen 3" descr=""/>
          <p:cNvPicPr/>
          <p:nvPr/>
        </p:nvPicPr>
        <p:blipFill>
          <a:blip r:embed="rId1"/>
          <a:srcRect l="0" t="0" r="0" b="-2208"/>
          <a:stretch/>
        </p:blipFill>
        <p:spPr>
          <a:xfrm>
            <a:off x="150840" y="1418040"/>
            <a:ext cx="8839440" cy="4795200"/>
          </a:xfrm>
          <a:prstGeom prst="rect">
            <a:avLst/>
          </a:prstGeom>
          <a:ln w="0">
            <a:noFill/>
          </a:ln>
        </p:spPr>
      </p:pic>
      <p:sp>
        <p:nvSpPr>
          <p:cNvPr id="1019" name="CuadroTexto 5"/>
          <p:cNvSpPr/>
          <p:nvPr/>
        </p:nvSpPr>
        <p:spPr>
          <a:xfrm>
            <a:off x="6752160" y="5284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3</a:t>
            </a:r>
            <a:endParaRPr b="0" lang="es-MX" sz="3200" spc="-1" strike="noStrike">
              <a:solidFill>
                <a:srgbClr val="000000"/>
              </a:solidFill>
              <a:latin typeface="Arial"/>
            </a:endParaRPr>
          </a:p>
        </p:txBody>
      </p:sp>
      <p:sp>
        <p:nvSpPr>
          <p:cNvPr id="1020" name="CuadroTexto 6"/>
          <p:cNvSpPr/>
          <p:nvPr/>
        </p:nvSpPr>
        <p:spPr>
          <a:xfrm>
            <a:off x="3735000" y="5032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2</a:t>
            </a:r>
            <a:endParaRPr b="0" lang="es-MX" sz="3200" spc="-1" strike="noStrike">
              <a:solidFill>
                <a:srgbClr val="000000"/>
              </a:solidFill>
              <a:latin typeface="Arial"/>
            </a:endParaRPr>
          </a:p>
        </p:txBody>
      </p:sp>
      <p:sp>
        <p:nvSpPr>
          <p:cNvPr id="1021" name="CuadroTexto 8"/>
          <p:cNvSpPr/>
          <p:nvPr/>
        </p:nvSpPr>
        <p:spPr>
          <a:xfrm>
            <a:off x="717840" y="5284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1</a:t>
            </a:r>
            <a:endParaRPr b="0" lang="es-MX"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22" name="Imagen 3" descr=""/>
          <p:cNvPicPr/>
          <p:nvPr/>
        </p:nvPicPr>
        <p:blipFill>
          <a:blip r:embed="rId1"/>
          <a:srcRect l="0" t="0" r="0" b="-2208"/>
          <a:stretch/>
        </p:blipFill>
        <p:spPr>
          <a:xfrm>
            <a:off x="150840" y="1418040"/>
            <a:ext cx="8839440" cy="4795200"/>
          </a:xfrm>
          <a:prstGeom prst="rect">
            <a:avLst/>
          </a:prstGeom>
          <a:ln w="0">
            <a:noFill/>
          </a:ln>
        </p:spPr>
      </p:pic>
      <p:sp>
        <p:nvSpPr>
          <p:cNvPr id="1023" name="CuadroTexto 5"/>
          <p:cNvSpPr/>
          <p:nvPr/>
        </p:nvSpPr>
        <p:spPr>
          <a:xfrm>
            <a:off x="6752160" y="5284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3</a:t>
            </a:r>
            <a:endParaRPr b="0" lang="es-MX" sz="3200" spc="-1" strike="noStrike">
              <a:solidFill>
                <a:srgbClr val="000000"/>
              </a:solidFill>
              <a:latin typeface="Arial"/>
            </a:endParaRPr>
          </a:p>
        </p:txBody>
      </p:sp>
      <p:sp>
        <p:nvSpPr>
          <p:cNvPr id="1024" name="CuadroTexto 6"/>
          <p:cNvSpPr/>
          <p:nvPr/>
        </p:nvSpPr>
        <p:spPr>
          <a:xfrm>
            <a:off x="3735000" y="5032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2</a:t>
            </a:r>
            <a:endParaRPr b="0" lang="es-MX" sz="3200" spc="-1" strike="noStrike">
              <a:solidFill>
                <a:srgbClr val="000000"/>
              </a:solidFill>
              <a:latin typeface="Arial"/>
            </a:endParaRPr>
          </a:p>
        </p:txBody>
      </p:sp>
      <p:sp>
        <p:nvSpPr>
          <p:cNvPr id="1025" name="CuadroTexto 8"/>
          <p:cNvSpPr/>
          <p:nvPr/>
        </p:nvSpPr>
        <p:spPr>
          <a:xfrm>
            <a:off x="717840" y="5284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1</a:t>
            </a:r>
            <a:endParaRPr b="0" lang="es-MX" sz="3200" spc="-1" strike="noStrike">
              <a:solidFill>
                <a:srgbClr val="000000"/>
              </a:solidFill>
              <a:latin typeface="Arial"/>
            </a:endParaRPr>
          </a:p>
        </p:txBody>
      </p:sp>
      <p:sp>
        <p:nvSpPr>
          <p:cNvPr id="1026" name="Rectángulo 2"/>
          <p:cNvSpPr/>
          <p:nvPr/>
        </p:nvSpPr>
        <p:spPr>
          <a:xfrm>
            <a:off x="636120" y="1418040"/>
            <a:ext cx="2279880" cy="9320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27" name="Rectángulo 10"/>
          <p:cNvSpPr/>
          <p:nvPr/>
        </p:nvSpPr>
        <p:spPr>
          <a:xfrm>
            <a:off x="3576960" y="1379520"/>
            <a:ext cx="2279880" cy="9320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28" name="Rectángulo 11"/>
          <p:cNvSpPr/>
          <p:nvPr/>
        </p:nvSpPr>
        <p:spPr>
          <a:xfrm>
            <a:off x="6280200" y="1452240"/>
            <a:ext cx="2279880" cy="9320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29" name="Imagen 3" descr=""/>
          <p:cNvPicPr/>
          <p:nvPr/>
        </p:nvPicPr>
        <p:blipFill>
          <a:blip r:embed="rId1"/>
          <a:srcRect l="0" t="0" r="0" b="-2208"/>
          <a:stretch/>
        </p:blipFill>
        <p:spPr>
          <a:xfrm>
            <a:off x="150840" y="1418040"/>
            <a:ext cx="8839440" cy="4795200"/>
          </a:xfrm>
          <a:prstGeom prst="rect">
            <a:avLst/>
          </a:prstGeom>
          <a:ln w="0">
            <a:noFill/>
          </a:ln>
        </p:spPr>
      </p:pic>
      <p:sp>
        <p:nvSpPr>
          <p:cNvPr id="1030" name="CuadroTexto 5"/>
          <p:cNvSpPr/>
          <p:nvPr/>
        </p:nvSpPr>
        <p:spPr>
          <a:xfrm>
            <a:off x="6752160" y="5284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3</a:t>
            </a:r>
            <a:endParaRPr b="0" lang="es-MX" sz="3200" spc="-1" strike="noStrike">
              <a:solidFill>
                <a:srgbClr val="000000"/>
              </a:solidFill>
              <a:latin typeface="Arial"/>
            </a:endParaRPr>
          </a:p>
        </p:txBody>
      </p:sp>
      <p:sp>
        <p:nvSpPr>
          <p:cNvPr id="1031" name="CuadroTexto 6"/>
          <p:cNvSpPr/>
          <p:nvPr/>
        </p:nvSpPr>
        <p:spPr>
          <a:xfrm>
            <a:off x="3735000" y="5032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2</a:t>
            </a:r>
            <a:endParaRPr b="0" lang="es-MX" sz="3200" spc="-1" strike="noStrike">
              <a:solidFill>
                <a:srgbClr val="000000"/>
              </a:solidFill>
              <a:latin typeface="Arial"/>
            </a:endParaRPr>
          </a:p>
        </p:txBody>
      </p:sp>
      <p:sp>
        <p:nvSpPr>
          <p:cNvPr id="1032" name="CuadroTexto 8"/>
          <p:cNvSpPr/>
          <p:nvPr/>
        </p:nvSpPr>
        <p:spPr>
          <a:xfrm>
            <a:off x="717840" y="5284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1</a:t>
            </a:r>
            <a:endParaRPr b="0" lang="es-MX" sz="3200" spc="-1" strike="noStrike">
              <a:solidFill>
                <a:srgbClr val="000000"/>
              </a:solidFill>
              <a:latin typeface="Arial"/>
            </a:endParaRPr>
          </a:p>
        </p:txBody>
      </p:sp>
      <p:sp>
        <p:nvSpPr>
          <p:cNvPr id="1033" name="Elipse 1"/>
          <p:cNvSpPr/>
          <p:nvPr/>
        </p:nvSpPr>
        <p:spPr>
          <a:xfrm>
            <a:off x="5770440" y="264384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34" name="Elipse 7"/>
          <p:cNvSpPr/>
          <p:nvPr/>
        </p:nvSpPr>
        <p:spPr>
          <a:xfrm>
            <a:off x="279468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35" name="Elipse 9"/>
          <p:cNvSpPr/>
          <p:nvPr/>
        </p:nvSpPr>
        <p:spPr>
          <a:xfrm>
            <a:off x="874620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36" name="Rectángulo 2"/>
          <p:cNvSpPr/>
          <p:nvPr/>
        </p:nvSpPr>
        <p:spPr>
          <a:xfrm>
            <a:off x="636120" y="1418040"/>
            <a:ext cx="2279880" cy="9320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37" name="Rectángulo 10"/>
          <p:cNvSpPr/>
          <p:nvPr/>
        </p:nvSpPr>
        <p:spPr>
          <a:xfrm>
            <a:off x="3576960" y="1379520"/>
            <a:ext cx="2279880" cy="9320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38" name="Rectángulo 11"/>
          <p:cNvSpPr/>
          <p:nvPr/>
        </p:nvSpPr>
        <p:spPr>
          <a:xfrm>
            <a:off x="6280200" y="1452240"/>
            <a:ext cx="2279880" cy="9320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39" name="Imagen 3" descr=""/>
          <p:cNvPicPr/>
          <p:nvPr/>
        </p:nvPicPr>
        <p:blipFill>
          <a:blip r:embed="rId1"/>
          <a:srcRect l="0" t="0" r="0" b="-2208"/>
          <a:stretch/>
        </p:blipFill>
        <p:spPr>
          <a:xfrm>
            <a:off x="150840" y="1418040"/>
            <a:ext cx="8839440" cy="4795200"/>
          </a:xfrm>
          <a:prstGeom prst="rect">
            <a:avLst/>
          </a:prstGeom>
          <a:ln w="0">
            <a:noFill/>
          </a:ln>
        </p:spPr>
      </p:pic>
      <p:sp>
        <p:nvSpPr>
          <p:cNvPr id="1040" name="CuadroTexto 5"/>
          <p:cNvSpPr/>
          <p:nvPr/>
        </p:nvSpPr>
        <p:spPr>
          <a:xfrm>
            <a:off x="6752160" y="5284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3</a:t>
            </a:r>
            <a:endParaRPr b="0" lang="es-MX" sz="3200" spc="-1" strike="noStrike">
              <a:solidFill>
                <a:srgbClr val="000000"/>
              </a:solidFill>
              <a:latin typeface="Arial"/>
            </a:endParaRPr>
          </a:p>
        </p:txBody>
      </p:sp>
      <p:sp>
        <p:nvSpPr>
          <p:cNvPr id="1041" name="CuadroTexto 6"/>
          <p:cNvSpPr/>
          <p:nvPr/>
        </p:nvSpPr>
        <p:spPr>
          <a:xfrm>
            <a:off x="3735000" y="5032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2</a:t>
            </a:r>
            <a:endParaRPr b="0" lang="es-MX" sz="3200" spc="-1" strike="noStrike">
              <a:solidFill>
                <a:srgbClr val="000000"/>
              </a:solidFill>
              <a:latin typeface="Arial"/>
            </a:endParaRPr>
          </a:p>
        </p:txBody>
      </p:sp>
      <p:sp>
        <p:nvSpPr>
          <p:cNvPr id="1042" name="CuadroTexto 8"/>
          <p:cNvSpPr/>
          <p:nvPr/>
        </p:nvSpPr>
        <p:spPr>
          <a:xfrm>
            <a:off x="717840" y="5284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1</a:t>
            </a:r>
            <a:endParaRPr b="0" lang="es-MX" sz="3200" spc="-1" strike="noStrike">
              <a:solidFill>
                <a:srgbClr val="000000"/>
              </a:solidFill>
              <a:latin typeface="Arial"/>
            </a:endParaRPr>
          </a:p>
        </p:txBody>
      </p:sp>
      <p:sp>
        <p:nvSpPr>
          <p:cNvPr id="1043" name="Rectángulo 7"/>
          <p:cNvSpPr/>
          <p:nvPr/>
        </p:nvSpPr>
        <p:spPr>
          <a:xfrm>
            <a:off x="1283040" y="1429920"/>
            <a:ext cx="832680" cy="8726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44" name="Rectángulo 9"/>
          <p:cNvSpPr/>
          <p:nvPr/>
        </p:nvSpPr>
        <p:spPr>
          <a:xfrm>
            <a:off x="2175480" y="1443240"/>
            <a:ext cx="832680" cy="8726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45" name="Elipse 10"/>
          <p:cNvSpPr/>
          <p:nvPr/>
        </p:nvSpPr>
        <p:spPr>
          <a:xfrm>
            <a:off x="5770440" y="264384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46" name="Elipse 11"/>
          <p:cNvSpPr/>
          <p:nvPr/>
        </p:nvSpPr>
        <p:spPr>
          <a:xfrm>
            <a:off x="279468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47" name="Elipse 12"/>
          <p:cNvSpPr/>
          <p:nvPr/>
        </p:nvSpPr>
        <p:spPr>
          <a:xfrm>
            <a:off x="874620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48" name="Elipse 13"/>
          <p:cNvSpPr/>
          <p:nvPr/>
        </p:nvSpPr>
        <p:spPr>
          <a:xfrm>
            <a:off x="1994760" y="4943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49" name="Rectángulo 14"/>
          <p:cNvSpPr/>
          <p:nvPr/>
        </p:nvSpPr>
        <p:spPr>
          <a:xfrm>
            <a:off x="3582360" y="1418040"/>
            <a:ext cx="832680" cy="8726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50" name="Rectángulo 15"/>
          <p:cNvSpPr/>
          <p:nvPr/>
        </p:nvSpPr>
        <p:spPr>
          <a:xfrm>
            <a:off x="4417200" y="1418040"/>
            <a:ext cx="832680" cy="8726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51" name="Elipse 16"/>
          <p:cNvSpPr/>
          <p:nvPr/>
        </p:nvSpPr>
        <p:spPr>
          <a:xfrm>
            <a:off x="500544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52" name="Rectángulo 17"/>
          <p:cNvSpPr/>
          <p:nvPr/>
        </p:nvSpPr>
        <p:spPr>
          <a:xfrm>
            <a:off x="6287400" y="1443240"/>
            <a:ext cx="832680" cy="8726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53" name="Rectángulo 18"/>
          <p:cNvSpPr/>
          <p:nvPr/>
        </p:nvSpPr>
        <p:spPr>
          <a:xfrm>
            <a:off x="7073640" y="1468440"/>
            <a:ext cx="832680" cy="8726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54" name="Elipse 19"/>
          <p:cNvSpPr/>
          <p:nvPr/>
        </p:nvSpPr>
        <p:spPr>
          <a:xfrm>
            <a:off x="798120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51" dur="indefinite" restart="never" nodeType="tmRoot">
          <p:childTnLst>
            <p:seq>
              <p:cTn id="152" dur="indefinite" nodeType="mainSeq">
                <p:childTnLst>
                  <p:par>
                    <p:cTn id="153" fill="hold">
                      <p:stCondLst>
                        <p:cond delay="indefinite"/>
                      </p:stCondLst>
                      <p:childTnLst>
                        <p:par>
                          <p:cTn id="154" fill="hold">
                            <p:stCondLst>
                              <p:cond delay="0"/>
                            </p:stCondLst>
                            <p:childTnLst>
                              <p:par>
                                <p:cTn id="155" nodeType="clickEffect" fill="hold" presetClass="entr" presetID="1">
                                  <p:stCondLst>
                                    <p:cond delay="0"/>
                                  </p:stCondLst>
                                  <p:childTnLst>
                                    <p:set>
                                      <p:cBhvr>
                                        <p:cTn id="156" dur="1" fill="hold">
                                          <p:stCondLst>
                                            <p:cond delay="0"/>
                                          </p:stCondLst>
                                        </p:cTn>
                                        <p:tgtEl>
                                          <p:spTgt spid="1048"/>
                                        </p:tgtEl>
                                        <p:attrNameLst>
                                          <p:attrName>style.visibility</p:attrName>
                                        </p:attrNameLst>
                                      </p:cBhvr>
                                      <p:to>
                                        <p:strVal val="visible"/>
                                      </p:to>
                                    </p:set>
                                  </p:childTnLst>
                                </p:cTn>
                              </p:par>
                              <p:par>
                                <p:cTn id="157" nodeType="withEffect" fill="hold" presetClass="entr" presetID="1">
                                  <p:stCondLst>
                                    <p:cond delay="0"/>
                                  </p:stCondLst>
                                  <p:childTnLst>
                                    <p:set>
                                      <p:cBhvr>
                                        <p:cTn id="158" dur="1" fill="hold">
                                          <p:stCondLst>
                                            <p:cond delay="0"/>
                                          </p:stCondLst>
                                        </p:cTn>
                                        <p:tgtEl>
                                          <p:spTgt spid="1051"/>
                                        </p:tgtEl>
                                        <p:attrNameLst>
                                          <p:attrName>style.visibility</p:attrName>
                                        </p:attrNameLst>
                                      </p:cBhvr>
                                      <p:to>
                                        <p:strVal val="visible"/>
                                      </p:to>
                                    </p:set>
                                  </p:childTnLst>
                                </p:cTn>
                              </p:par>
                              <p:par>
                                <p:cTn id="159" nodeType="withEffect" fill="hold" presetClass="entr" presetID="1">
                                  <p:stCondLst>
                                    <p:cond delay="0"/>
                                  </p:stCondLst>
                                  <p:childTnLst>
                                    <p:set>
                                      <p:cBhvr>
                                        <p:cTn id="160" dur="1" fill="hold">
                                          <p:stCondLst>
                                            <p:cond delay="0"/>
                                          </p:stCondLst>
                                        </p:cTn>
                                        <p:tgtEl>
                                          <p:spTgt spid="10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5" name="Imagen 3" descr=""/>
          <p:cNvPicPr/>
          <p:nvPr/>
        </p:nvPicPr>
        <p:blipFill>
          <a:blip r:embed="rId1"/>
          <a:srcRect l="0" t="0" r="0" b="-2208"/>
          <a:stretch/>
        </p:blipFill>
        <p:spPr>
          <a:xfrm>
            <a:off x="150840" y="1418040"/>
            <a:ext cx="8839440" cy="4795200"/>
          </a:xfrm>
          <a:prstGeom prst="rect">
            <a:avLst/>
          </a:prstGeom>
          <a:ln w="0">
            <a:noFill/>
          </a:ln>
        </p:spPr>
      </p:pic>
      <p:sp>
        <p:nvSpPr>
          <p:cNvPr id="1056" name="CuadroTexto 5"/>
          <p:cNvSpPr/>
          <p:nvPr/>
        </p:nvSpPr>
        <p:spPr>
          <a:xfrm>
            <a:off x="6752160" y="5284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3</a:t>
            </a:r>
            <a:endParaRPr b="0" lang="es-MX" sz="3200" spc="-1" strike="noStrike">
              <a:solidFill>
                <a:srgbClr val="000000"/>
              </a:solidFill>
              <a:latin typeface="Arial"/>
            </a:endParaRPr>
          </a:p>
        </p:txBody>
      </p:sp>
      <p:sp>
        <p:nvSpPr>
          <p:cNvPr id="1057" name="CuadroTexto 6"/>
          <p:cNvSpPr/>
          <p:nvPr/>
        </p:nvSpPr>
        <p:spPr>
          <a:xfrm>
            <a:off x="3735000" y="5032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2</a:t>
            </a:r>
            <a:endParaRPr b="0" lang="es-MX" sz="3200" spc="-1" strike="noStrike">
              <a:solidFill>
                <a:srgbClr val="000000"/>
              </a:solidFill>
              <a:latin typeface="Arial"/>
            </a:endParaRPr>
          </a:p>
        </p:txBody>
      </p:sp>
      <p:sp>
        <p:nvSpPr>
          <p:cNvPr id="1058" name="CuadroTexto 8"/>
          <p:cNvSpPr/>
          <p:nvPr/>
        </p:nvSpPr>
        <p:spPr>
          <a:xfrm>
            <a:off x="717840" y="5284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1</a:t>
            </a:r>
            <a:endParaRPr b="0" lang="es-MX" sz="3200" spc="-1" strike="noStrike">
              <a:solidFill>
                <a:srgbClr val="000000"/>
              </a:solidFill>
              <a:latin typeface="Arial"/>
            </a:endParaRPr>
          </a:p>
        </p:txBody>
      </p:sp>
      <p:sp>
        <p:nvSpPr>
          <p:cNvPr id="1059" name="Rectángulo 9"/>
          <p:cNvSpPr/>
          <p:nvPr/>
        </p:nvSpPr>
        <p:spPr>
          <a:xfrm>
            <a:off x="2175480" y="1443240"/>
            <a:ext cx="832680" cy="8726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60" name="Elipse 10"/>
          <p:cNvSpPr/>
          <p:nvPr/>
        </p:nvSpPr>
        <p:spPr>
          <a:xfrm>
            <a:off x="5770440" y="264384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61" name="Elipse 11"/>
          <p:cNvSpPr/>
          <p:nvPr/>
        </p:nvSpPr>
        <p:spPr>
          <a:xfrm>
            <a:off x="279468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62" name="Elipse 12"/>
          <p:cNvSpPr/>
          <p:nvPr/>
        </p:nvSpPr>
        <p:spPr>
          <a:xfrm>
            <a:off x="874620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63" name="Elipse 13"/>
          <p:cNvSpPr/>
          <p:nvPr/>
        </p:nvSpPr>
        <p:spPr>
          <a:xfrm>
            <a:off x="1994760" y="4943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64" name="Rectángulo 14"/>
          <p:cNvSpPr/>
          <p:nvPr/>
        </p:nvSpPr>
        <p:spPr>
          <a:xfrm>
            <a:off x="3582360" y="1418040"/>
            <a:ext cx="832680" cy="8726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65" name="Elipse 16"/>
          <p:cNvSpPr/>
          <p:nvPr/>
        </p:nvSpPr>
        <p:spPr>
          <a:xfrm>
            <a:off x="500544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66" name="Rectángulo 18"/>
          <p:cNvSpPr/>
          <p:nvPr/>
        </p:nvSpPr>
        <p:spPr>
          <a:xfrm>
            <a:off x="7073640" y="1468440"/>
            <a:ext cx="832680" cy="872640"/>
          </a:xfrm>
          <a:prstGeom prst="rect">
            <a:avLst/>
          </a:prstGeom>
          <a:noFill/>
          <a:ln w="57150">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67" name="Elipse 19"/>
          <p:cNvSpPr/>
          <p:nvPr/>
        </p:nvSpPr>
        <p:spPr>
          <a:xfrm>
            <a:off x="798120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68" name="Elipse 20"/>
          <p:cNvSpPr/>
          <p:nvPr/>
        </p:nvSpPr>
        <p:spPr>
          <a:xfrm>
            <a:off x="1086840" y="4943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69" name="Elipse 21"/>
          <p:cNvSpPr/>
          <p:nvPr/>
        </p:nvSpPr>
        <p:spPr>
          <a:xfrm>
            <a:off x="4039560" y="268344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70" name="Elipse 22"/>
          <p:cNvSpPr/>
          <p:nvPr/>
        </p:nvSpPr>
        <p:spPr>
          <a:xfrm>
            <a:off x="7037640" y="4943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61" dur="indefinite" restart="never" nodeType="tmRoot">
          <p:childTnLst>
            <p:seq>
              <p:cTn id="162" dur="indefinite" nodeType="mainSeq">
                <p:childTnLst>
                  <p:par>
                    <p:cTn id="163" fill="hold">
                      <p:stCondLst>
                        <p:cond delay="indefinite"/>
                      </p:stCondLst>
                      <p:childTnLst>
                        <p:par>
                          <p:cTn id="164" fill="hold">
                            <p:stCondLst>
                              <p:cond delay="0"/>
                            </p:stCondLst>
                            <p:childTnLst>
                              <p:par>
                                <p:cTn id="165" nodeType="clickEffect" fill="hold" presetClass="entr" presetID="1">
                                  <p:stCondLst>
                                    <p:cond delay="0"/>
                                  </p:stCondLst>
                                  <p:childTnLst>
                                    <p:set>
                                      <p:cBhvr>
                                        <p:cTn id="166" dur="1" fill="hold">
                                          <p:stCondLst>
                                            <p:cond delay="0"/>
                                          </p:stCondLst>
                                        </p:cTn>
                                        <p:tgtEl>
                                          <p:spTgt spid="1068"/>
                                        </p:tgtEl>
                                        <p:attrNameLst>
                                          <p:attrName>style.visibility</p:attrName>
                                        </p:attrNameLst>
                                      </p:cBhvr>
                                      <p:to>
                                        <p:strVal val="visible"/>
                                      </p:to>
                                    </p:set>
                                  </p:childTnLst>
                                </p:cTn>
                              </p:par>
                              <p:par>
                                <p:cTn id="167" nodeType="withEffect" fill="hold" presetClass="entr" presetID="1">
                                  <p:stCondLst>
                                    <p:cond delay="0"/>
                                  </p:stCondLst>
                                  <p:childTnLst>
                                    <p:set>
                                      <p:cBhvr>
                                        <p:cTn id="168" dur="1" fill="hold">
                                          <p:stCondLst>
                                            <p:cond delay="0"/>
                                          </p:stCondLst>
                                        </p:cTn>
                                        <p:tgtEl>
                                          <p:spTgt spid="1069"/>
                                        </p:tgtEl>
                                        <p:attrNameLst>
                                          <p:attrName>style.visibility</p:attrName>
                                        </p:attrNameLst>
                                      </p:cBhvr>
                                      <p:to>
                                        <p:strVal val="visible"/>
                                      </p:to>
                                    </p:set>
                                  </p:childTnLst>
                                </p:cTn>
                              </p:par>
                              <p:par>
                                <p:cTn id="169" nodeType="withEffect" fill="hold" presetClass="entr" presetID="1">
                                  <p:stCondLst>
                                    <p:cond delay="0"/>
                                  </p:stCondLst>
                                  <p:childTnLst>
                                    <p:set>
                                      <p:cBhvr>
                                        <p:cTn id="170" dur="1" fill="hold">
                                          <p:stCondLst>
                                            <p:cond delay="0"/>
                                          </p:stCondLst>
                                        </p:cTn>
                                        <p:tgtEl>
                                          <p:spTgt spid="10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71" name="Imagen 3" descr=""/>
          <p:cNvPicPr/>
          <p:nvPr/>
        </p:nvPicPr>
        <p:blipFill>
          <a:blip r:embed="rId1"/>
          <a:srcRect l="0" t="0" r="0" b="-2208"/>
          <a:stretch/>
        </p:blipFill>
        <p:spPr>
          <a:xfrm>
            <a:off x="150840" y="1418040"/>
            <a:ext cx="8839440" cy="4795200"/>
          </a:xfrm>
          <a:prstGeom prst="rect">
            <a:avLst/>
          </a:prstGeom>
          <a:ln w="0">
            <a:noFill/>
          </a:ln>
        </p:spPr>
      </p:pic>
      <p:sp>
        <p:nvSpPr>
          <p:cNvPr id="1072" name="Conector recto 7"/>
          <p:cNvSpPr/>
          <p:nvPr/>
        </p:nvSpPr>
        <p:spPr>
          <a:xfrm flipV="1">
            <a:off x="2117880" y="2815920"/>
            <a:ext cx="737280" cy="2126880"/>
          </a:xfrm>
          <a:prstGeom prst="line">
            <a:avLst/>
          </a:prstGeom>
          <a:ln w="34925">
            <a:solidFill>
              <a:srgbClr val="00b0f0"/>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s-MX" sz="1800" spc="-1" strike="noStrike">
              <a:solidFill>
                <a:srgbClr val="000000"/>
              </a:solidFill>
              <a:latin typeface="Arial"/>
            </a:endParaRPr>
          </a:p>
        </p:txBody>
      </p:sp>
      <p:sp>
        <p:nvSpPr>
          <p:cNvPr id="1073" name="Conector recto 25"/>
          <p:cNvSpPr/>
          <p:nvPr/>
        </p:nvSpPr>
        <p:spPr>
          <a:xfrm>
            <a:off x="1333440" y="5075280"/>
            <a:ext cx="660960" cy="360"/>
          </a:xfrm>
          <a:prstGeom prst="line">
            <a:avLst/>
          </a:prstGeom>
          <a:ln w="34925">
            <a:solidFill>
              <a:srgbClr val="00b0f0"/>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s-MX" sz="1800" spc="-1" strike="noStrike">
              <a:solidFill>
                <a:srgbClr val="000000"/>
              </a:solidFill>
              <a:latin typeface="Arial"/>
            </a:endParaRPr>
          </a:p>
        </p:txBody>
      </p:sp>
      <p:sp>
        <p:nvSpPr>
          <p:cNvPr id="1074" name="Conector recto 26"/>
          <p:cNvSpPr/>
          <p:nvPr/>
        </p:nvSpPr>
        <p:spPr>
          <a:xfrm>
            <a:off x="557280" y="5075280"/>
            <a:ext cx="661320" cy="360"/>
          </a:xfrm>
          <a:prstGeom prst="line">
            <a:avLst/>
          </a:prstGeom>
          <a:ln w="34925">
            <a:solidFill>
              <a:srgbClr val="00b0f0"/>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s-MX" sz="1800" spc="-1" strike="noStrike">
              <a:solidFill>
                <a:srgbClr val="000000"/>
              </a:solidFill>
              <a:latin typeface="Arial"/>
            </a:endParaRPr>
          </a:p>
        </p:txBody>
      </p:sp>
      <p:sp>
        <p:nvSpPr>
          <p:cNvPr id="1075" name="Conector recto 27"/>
          <p:cNvSpPr/>
          <p:nvPr/>
        </p:nvSpPr>
        <p:spPr>
          <a:xfrm flipV="1">
            <a:off x="5252040" y="2776320"/>
            <a:ext cx="641520" cy="12960"/>
          </a:xfrm>
          <a:prstGeom prst="line">
            <a:avLst/>
          </a:prstGeom>
          <a:ln w="34925">
            <a:solidFill>
              <a:srgbClr val="00b0f0"/>
            </a:solidFill>
            <a:round/>
          </a:ln>
        </p:spPr>
        <p:style>
          <a:lnRef idx="1">
            <a:schemeClr val="accent1"/>
          </a:lnRef>
          <a:fillRef idx="0">
            <a:schemeClr val="accent1"/>
          </a:fillRef>
          <a:effectRef idx="0">
            <a:schemeClr val="accent1"/>
          </a:effectRef>
          <a:fontRef idx="minor"/>
        </p:style>
        <p:txBody>
          <a:bodyPr lIns="90000" rIns="90000" tIns="-32040" bIns="-32040" anchor="t" anchorCtr="1">
            <a:noAutofit/>
          </a:bodyPr>
          <a:p>
            <a:endParaRPr b="0" lang="es-MX" sz="1800" spc="-1" strike="noStrike">
              <a:solidFill>
                <a:srgbClr val="000000"/>
              </a:solidFill>
              <a:latin typeface="Arial"/>
            </a:endParaRPr>
          </a:p>
        </p:txBody>
      </p:sp>
      <p:sp>
        <p:nvSpPr>
          <p:cNvPr id="1076" name="Conector recto 29"/>
          <p:cNvSpPr/>
          <p:nvPr/>
        </p:nvSpPr>
        <p:spPr>
          <a:xfrm flipV="1">
            <a:off x="4285800" y="2789280"/>
            <a:ext cx="719640" cy="14400"/>
          </a:xfrm>
          <a:prstGeom prst="line">
            <a:avLst/>
          </a:prstGeom>
          <a:ln w="34925">
            <a:solidFill>
              <a:srgbClr val="00b0f0"/>
            </a:solidFill>
            <a:round/>
          </a:ln>
        </p:spPr>
        <p:style>
          <a:lnRef idx="1">
            <a:schemeClr val="accent1"/>
          </a:lnRef>
          <a:fillRef idx="0">
            <a:schemeClr val="accent1"/>
          </a:fillRef>
          <a:effectRef idx="0">
            <a:schemeClr val="accent1"/>
          </a:effectRef>
          <a:fontRef idx="minor"/>
        </p:style>
        <p:txBody>
          <a:bodyPr lIns="90000" rIns="90000" tIns="-30600" bIns="-30600" anchor="t" anchorCtr="1">
            <a:noAutofit/>
          </a:bodyPr>
          <a:p>
            <a:endParaRPr b="0" lang="es-MX" sz="1800" spc="-1" strike="noStrike">
              <a:solidFill>
                <a:srgbClr val="000000"/>
              </a:solidFill>
              <a:latin typeface="Arial"/>
            </a:endParaRPr>
          </a:p>
        </p:txBody>
      </p:sp>
      <p:sp>
        <p:nvSpPr>
          <p:cNvPr id="1077" name="Conector recto 31"/>
          <p:cNvSpPr/>
          <p:nvPr/>
        </p:nvSpPr>
        <p:spPr>
          <a:xfrm flipV="1">
            <a:off x="3443040" y="2909520"/>
            <a:ext cx="632520" cy="2164320"/>
          </a:xfrm>
          <a:prstGeom prst="line">
            <a:avLst/>
          </a:prstGeom>
          <a:ln w="34925">
            <a:solidFill>
              <a:srgbClr val="00b0f0"/>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s-MX" sz="1800" spc="-1" strike="noStrike">
              <a:solidFill>
                <a:srgbClr val="000000"/>
              </a:solidFill>
              <a:latin typeface="Arial"/>
            </a:endParaRPr>
          </a:p>
        </p:txBody>
      </p:sp>
      <p:sp>
        <p:nvSpPr>
          <p:cNvPr id="1078" name="Conector recto 33"/>
          <p:cNvSpPr/>
          <p:nvPr/>
        </p:nvSpPr>
        <p:spPr>
          <a:xfrm flipV="1">
            <a:off x="8104320" y="2796480"/>
            <a:ext cx="719640" cy="14040"/>
          </a:xfrm>
          <a:prstGeom prst="line">
            <a:avLst/>
          </a:prstGeom>
          <a:ln w="34925">
            <a:solidFill>
              <a:srgbClr val="00b0f0"/>
            </a:solidFill>
            <a:round/>
          </a:ln>
        </p:spPr>
        <p:style>
          <a:lnRef idx="1">
            <a:schemeClr val="accent1"/>
          </a:lnRef>
          <a:fillRef idx="0">
            <a:schemeClr val="accent1"/>
          </a:fillRef>
          <a:effectRef idx="0">
            <a:schemeClr val="accent1"/>
          </a:effectRef>
          <a:fontRef idx="minor"/>
        </p:style>
        <p:txBody>
          <a:bodyPr lIns="90000" rIns="90000" tIns="-30960" bIns="-30960" anchor="t" anchorCtr="1">
            <a:noAutofit/>
          </a:bodyPr>
          <a:p>
            <a:endParaRPr b="0" lang="es-MX" sz="1800" spc="-1" strike="noStrike">
              <a:solidFill>
                <a:srgbClr val="000000"/>
              </a:solidFill>
              <a:latin typeface="Arial"/>
            </a:endParaRPr>
          </a:p>
        </p:txBody>
      </p:sp>
      <p:sp>
        <p:nvSpPr>
          <p:cNvPr id="1079" name="Conector recto 34"/>
          <p:cNvSpPr/>
          <p:nvPr/>
        </p:nvSpPr>
        <p:spPr>
          <a:xfrm flipV="1">
            <a:off x="7160760" y="2883240"/>
            <a:ext cx="856440" cy="2100240"/>
          </a:xfrm>
          <a:prstGeom prst="line">
            <a:avLst/>
          </a:prstGeom>
          <a:ln w="34925">
            <a:solidFill>
              <a:srgbClr val="00b0f0"/>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s-MX" sz="1800" spc="-1" strike="noStrike">
              <a:solidFill>
                <a:srgbClr val="000000"/>
              </a:solidFill>
              <a:latin typeface="Arial"/>
            </a:endParaRPr>
          </a:p>
        </p:txBody>
      </p:sp>
      <p:sp>
        <p:nvSpPr>
          <p:cNvPr id="1080" name="Conector recto 36"/>
          <p:cNvSpPr/>
          <p:nvPr/>
        </p:nvSpPr>
        <p:spPr>
          <a:xfrm flipV="1">
            <a:off x="6430320" y="5073840"/>
            <a:ext cx="719280" cy="14040"/>
          </a:xfrm>
          <a:prstGeom prst="line">
            <a:avLst/>
          </a:prstGeom>
          <a:ln w="34925">
            <a:solidFill>
              <a:srgbClr val="00b0f0"/>
            </a:solidFill>
            <a:round/>
          </a:ln>
        </p:spPr>
        <p:style>
          <a:lnRef idx="1">
            <a:schemeClr val="accent1"/>
          </a:lnRef>
          <a:fillRef idx="0">
            <a:schemeClr val="accent1"/>
          </a:fillRef>
          <a:effectRef idx="0">
            <a:schemeClr val="accent1"/>
          </a:effectRef>
          <a:fontRef idx="minor"/>
        </p:style>
        <p:txBody>
          <a:bodyPr lIns="90000" rIns="90000" tIns="-30960" bIns="-30960" anchor="t" anchorCtr="1">
            <a:noAutofit/>
          </a:bodyPr>
          <a:p>
            <a:endParaRPr b="0" lang="es-MX" sz="1800" spc="-1" strike="noStrike">
              <a:solidFill>
                <a:srgbClr val="000000"/>
              </a:solidFill>
              <a:latin typeface="Arial"/>
            </a:endParaRPr>
          </a:p>
        </p:txBody>
      </p:sp>
      <p:sp>
        <p:nvSpPr>
          <p:cNvPr id="1081" name="CuadroTexto 5"/>
          <p:cNvSpPr/>
          <p:nvPr/>
        </p:nvSpPr>
        <p:spPr>
          <a:xfrm>
            <a:off x="6752160" y="5284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3</a:t>
            </a:r>
            <a:endParaRPr b="0" lang="es-MX" sz="3200" spc="-1" strike="noStrike">
              <a:solidFill>
                <a:srgbClr val="000000"/>
              </a:solidFill>
              <a:latin typeface="Arial"/>
            </a:endParaRPr>
          </a:p>
        </p:txBody>
      </p:sp>
      <p:sp>
        <p:nvSpPr>
          <p:cNvPr id="1082" name="CuadroTexto 6"/>
          <p:cNvSpPr/>
          <p:nvPr/>
        </p:nvSpPr>
        <p:spPr>
          <a:xfrm>
            <a:off x="3735000" y="5032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2</a:t>
            </a:r>
            <a:endParaRPr b="0" lang="es-MX" sz="3200" spc="-1" strike="noStrike">
              <a:solidFill>
                <a:srgbClr val="000000"/>
              </a:solidFill>
              <a:latin typeface="Arial"/>
            </a:endParaRPr>
          </a:p>
        </p:txBody>
      </p:sp>
      <p:sp>
        <p:nvSpPr>
          <p:cNvPr id="1083" name="CuadroTexto 8"/>
          <p:cNvSpPr/>
          <p:nvPr/>
        </p:nvSpPr>
        <p:spPr>
          <a:xfrm>
            <a:off x="717840" y="52848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1</a:t>
            </a:r>
            <a:endParaRPr b="0" lang="es-MX" sz="3200" spc="-1" strike="noStrike">
              <a:solidFill>
                <a:srgbClr val="000000"/>
              </a:solidFill>
              <a:latin typeface="Arial"/>
            </a:endParaRPr>
          </a:p>
        </p:txBody>
      </p:sp>
      <p:sp>
        <p:nvSpPr>
          <p:cNvPr id="1084" name="Elipse 10"/>
          <p:cNvSpPr/>
          <p:nvPr/>
        </p:nvSpPr>
        <p:spPr>
          <a:xfrm>
            <a:off x="5770440" y="264384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85" name="Elipse 11"/>
          <p:cNvSpPr/>
          <p:nvPr/>
        </p:nvSpPr>
        <p:spPr>
          <a:xfrm>
            <a:off x="279468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86" name="Elipse 12"/>
          <p:cNvSpPr/>
          <p:nvPr/>
        </p:nvSpPr>
        <p:spPr>
          <a:xfrm>
            <a:off x="874620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87" name="Elipse 13"/>
          <p:cNvSpPr/>
          <p:nvPr/>
        </p:nvSpPr>
        <p:spPr>
          <a:xfrm>
            <a:off x="1994760" y="4943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88" name="Elipse 16"/>
          <p:cNvSpPr/>
          <p:nvPr/>
        </p:nvSpPr>
        <p:spPr>
          <a:xfrm>
            <a:off x="500544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89" name="Elipse 19"/>
          <p:cNvSpPr/>
          <p:nvPr/>
        </p:nvSpPr>
        <p:spPr>
          <a:xfrm>
            <a:off x="798120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90" name="Elipse 20"/>
          <p:cNvSpPr/>
          <p:nvPr/>
        </p:nvSpPr>
        <p:spPr>
          <a:xfrm>
            <a:off x="1086840" y="4943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91" name="Elipse 21"/>
          <p:cNvSpPr/>
          <p:nvPr/>
        </p:nvSpPr>
        <p:spPr>
          <a:xfrm>
            <a:off x="4039560" y="268344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92" name="Elipse 22"/>
          <p:cNvSpPr/>
          <p:nvPr/>
        </p:nvSpPr>
        <p:spPr>
          <a:xfrm>
            <a:off x="7037640" y="4943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93" name="Elipse 17"/>
          <p:cNvSpPr/>
          <p:nvPr/>
        </p:nvSpPr>
        <p:spPr>
          <a:xfrm>
            <a:off x="434160" y="495648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94" name="Elipse 23"/>
          <p:cNvSpPr/>
          <p:nvPr/>
        </p:nvSpPr>
        <p:spPr>
          <a:xfrm>
            <a:off x="3361680" y="496944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095" name="Elipse 24"/>
          <p:cNvSpPr/>
          <p:nvPr/>
        </p:nvSpPr>
        <p:spPr>
          <a:xfrm>
            <a:off x="6322680" y="496944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71" dur="indefinite" restart="never" nodeType="tmRoot">
          <p:childTnLst>
            <p:seq>
              <p:cTn id="172" dur="indefinite" nodeType="mainSeq">
                <p:childTnLst>
                  <p:par>
                    <p:cTn id="173" fill="hold">
                      <p:stCondLst>
                        <p:cond delay="indefinite"/>
                      </p:stCondLst>
                      <p:childTnLst>
                        <p:par>
                          <p:cTn id="174" fill="hold">
                            <p:stCondLst>
                              <p:cond delay="0"/>
                            </p:stCondLst>
                            <p:childTnLst>
                              <p:par>
                                <p:cTn id="175" nodeType="clickEffect" fill="hold" presetClass="entr" presetID="1">
                                  <p:stCondLst>
                                    <p:cond delay="0"/>
                                  </p:stCondLst>
                                  <p:childTnLst>
                                    <p:set>
                                      <p:cBhvr>
                                        <p:cTn id="176" dur="1" fill="hold">
                                          <p:stCondLst>
                                            <p:cond delay="0"/>
                                          </p:stCondLst>
                                        </p:cTn>
                                        <p:tgtEl>
                                          <p:spTgt spid="1093"/>
                                        </p:tgtEl>
                                        <p:attrNameLst>
                                          <p:attrName>style.visibility</p:attrName>
                                        </p:attrNameLst>
                                      </p:cBhvr>
                                      <p:to>
                                        <p:strVal val="visible"/>
                                      </p:to>
                                    </p:set>
                                  </p:childTnLst>
                                </p:cTn>
                              </p:par>
                              <p:par>
                                <p:cTn id="177" nodeType="withEffect" fill="hold" presetClass="entr" presetID="1">
                                  <p:stCondLst>
                                    <p:cond delay="0"/>
                                  </p:stCondLst>
                                  <p:childTnLst>
                                    <p:set>
                                      <p:cBhvr>
                                        <p:cTn id="178" dur="1" fill="hold">
                                          <p:stCondLst>
                                            <p:cond delay="0"/>
                                          </p:stCondLst>
                                        </p:cTn>
                                        <p:tgtEl>
                                          <p:spTgt spid="1094"/>
                                        </p:tgtEl>
                                        <p:attrNameLst>
                                          <p:attrName>style.visibility</p:attrName>
                                        </p:attrNameLst>
                                      </p:cBhvr>
                                      <p:to>
                                        <p:strVal val="visible"/>
                                      </p:to>
                                    </p:set>
                                  </p:childTnLst>
                                </p:cTn>
                              </p:par>
                              <p:par>
                                <p:cTn id="179" nodeType="withEffect" fill="hold" presetClass="entr" presetID="1">
                                  <p:stCondLst>
                                    <p:cond delay="0"/>
                                  </p:stCondLst>
                                  <p:childTnLst>
                                    <p:set>
                                      <p:cBhvr>
                                        <p:cTn id="180" dur="1" fill="hold">
                                          <p:stCondLst>
                                            <p:cond delay="0"/>
                                          </p:stCondLst>
                                        </p:cTn>
                                        <p:tgtEl>
                                          <p:spTgt spid="1095"/>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nodeType="clickEffect" fill="hold" presetClass="entr" presetID="1">
                                  <p:stCondLst>
                                    <p:cond delay="0"/>
                                  </p:stCondLst>
                                  <p:childTnLst>
                                    <p:set>
                                      <p:cBhvr>
                                        <p:cTn id="184" dur="1" fill="hold">
                                          <p:stCondLst>
                                            <p:cond delay="0"/>
                                          </p:stCondLst>
                                        </p:cTn>
                                        <p:tgtEl>
                                          <p:spTgt spid="1074"/>
                                        </p:tgtEl>
                                        <p:attrNameLst>
                                          <p:attrName>style.visibility</p:attrName>
                                        </p:attrNameLst>
                                      </p:cBhvr>
                                      <p:to>
                                        <p:strVal val="visible"/>
                                      </p:to>
                                    </p:set>
                                  </p:childTnLst>
                                </p:cTn>
                              </p:par>
                              <p:par>
                                <p:cTn id="185" nodeType="withEffect" fill="hold" presetClass="entr" presetID="1">
                                  <p:stCondLst>
                                    <p:cond delay="0"/>
                                  </p:stCondLst>
                                  <p:childTnLst>
                                    <p:set>
                                      <p:cBhvr>
                                        <p:cTn id="186" dur="1" fill="hold">
                                          <p:stCondLst>
                                            <p:cond delay="0"/>
                                          </p:stCondLst>
                                        </p:cTn>
                                        <p:tgtEl>
                                          <p:spTgt spid="1073"/>
                                        </p:tgtEl>
                                        <p:attrNameLst>
                                          <p:attrName>style.visibility</p:attrName>
                                        </p:attrNameLst>
                                      </p:cBhvr>
                                      <p:to>
                                        <p:strVal val="visible"/>
                                      </p:to>
                                    </p:set>
                                  </p:childTnLst>
                                </p:cTn>
                              </p:par>
                              <p:par>
                                <p:cTn id="187" nodeType="withEffect" fill="hold" presetClass="entr" presetID="1">
                                  <p:stCondLst>
                                    <p:cond delay="0"/>
                                  </p:stCondLst>
                                  <p:childTnLst>
                                    <p:set>
                                      <p:cBhvr>
                                        <p:cTn id="188" dur="1" fill="hold">
                                          <p:stCondLst>
                                            <p:cond delay="0"/>
                                          </p:stCondLst>
                                        </p:cTn>
                                        <p:tgtEl>
                                          <p:spTgt spid="1072"/>
                                        </p:tgtEl>
                                        <p:attrNameLst>
                                          <p:attrName>style.visibility</p:attrName>
                                        </p:attrNameLst>
                                      </p:cBhvr>
                                      <p:to>
                                        <p:strVal val="visible"/>
                                      </p:to>
                                    </p:set>
                                  </p:childTnLst>
                                </p:cTn>
                              </p:par>
                              <p:par>
                                <p:cTn id="189" nodeType="withEffect" fill="hold" presetClass="entr" presetID="1">
                                  <p:stCondLst>
                                    <p:cond delay="0"/>
                                  </p:stCondLst>
                                  <p:childTnLst>
                                    <p:set>
                                      <p:cBhvr>
                                        <p:cTn id="190" dur="1" fill="hold">
                                          <p:stCondLst>
                                            <p:cond delay="0"/>
                                          </p:stCondLst>
                                        </p:cTn>
                                        <p:tgtEl>
                                          <p:spTgt spid="1077"/>
                                        </p:tgtEl>
                                        <p:attrNameLst>
                                          <p:attrName>style.visibility</p:attrName>
                                        </p:attrNameLst>
                                      </p:cBhvr>
                                      <p:to>
                                        <p:strVal val="visible"/>
                                      </p:to>
                                    </p:set>
                                  </p:childTnLst>
                                </p:cTn>
                              </p:par>
                              <p:par>
                                <p:cTn id="191" nodeType="withEffect" fill="hold" presetClass="entr" presetID="1">
                                  <p:stCondLst>
                                    <p:cond delay="0"/>
                                  </p:stCondLst>
                                  <p:childTnLst>
                                    <p:set>
                                      <p:cBhvr>
                                        <p:cTn id="192" dur="1" fill="hold">
                                          <p:stCondLst>
                                            <p:cond delay="0"/>
                                          </p:stCondLst>
                                        </p:cTn>
                                        <p:tgtEl>
                                          <p:spTgt spid="1076"/>
                                        </p:tgtEl>
                                        <p:attrNameLst>
                                          <p:attrName>style.visibility</p:attrName>
                                        </p:attrNameLst>
                                      </p:cBhvr>
                                      <p:to>
                                        <p:strVal val="visible"/>
                                      </p:to>
                                    </p:set>
                                  </p:childTnLst>
                                </p:cTn>
                              </p:par>
                              <p:par>
                                <p:cTn id="193" nodeType="withEffect" fill="hold" presetClass="entr" presetID="1">
                                  <p:stCondLst>
                                    <p:cond delay="0"/>
                                  </p:stCondLst>
                                  <p:childTnLst>
                                    <p:set>
                                      <p:cBhvr>
                                        <p:cTn id="194" dur="1" fill="hold">
                                          <p:stCondLst>
                                            <p:cond delay="0"/>
                                          </p:stCondLst>
                                        </p:cTn>
                                        <p:tgtEl>
                                          <p:spTgt spid="1075"/>
                                        </p:tgtEl>
                                        <p:attrNameLst>
                                          <p:attrName>style.visibility</p:attrName>
                                        </p:attrNameLst>
                                      </p:cBhvr>
                                      <p:to>
                                        <p:strVal val="visible"/>
                                      </p:to>
                                    </p:set>
                                  </p:childTnLst>
                                </p:cTn>
                              </p:par>
                              <p:par>
                                <p:cTn id="195" nodeType="withEffect" fill="hold" presetClass="entr" presetID="1">
                                  <p:stCondLst>
                                    <p:cond delay="0"/>
                                  </p:stCondLst>
                                  <p:childTnLst>
                                    <p:set>
                                      <p:cBhvr>
                                        <p:cTn id="196" dur="1" fill="hold">
                                          <p:stCondLst>
                                            <p:cond delay="0"/>
                                          </p:stCondLst>
                                        </p:cTn>
                                        <p:tgtEl>
                                          <p:spTgt spid="1078"/>
                                        </p:tgtEl>
                                        <p:attrNameLst>
                                          <p:attrName>style.visibility</p:attrName>
                                        </p:attrNameLst>
                                      </p:cBhvr>
                                      <p:to>
                                        <p:strVal val="visible"/>
                                      </p:to>
                                    </p:set>
                                  </p:childTnLst>
                                </p:cTn>
                              </p:par>
                              <p:par>
                                <p:cTn id="197" nodeType="withEffect" fill="hold" presetClass="entr" presetID="1">
                                  <p:stCondLst>
                                    <p:cond delay="0"/>
                                  </p:stCondLst>
                                  <p:childTnLst>
                                    <p:set>
                                      <p:cBhvr>
                                        <p:cTn id="198" dur="1" fill="hold">
                                          <p:stCondLst>
                                            <p:cond delay="0"/>
                                          </p:stCondLst>
                                        </p:cTn>
                                        <p:tgtEl>
                                          <p:spTgt spid="1079"/>
                                        </p:tgtEl>
                                        <p:attrNameLst>
                                          <p:attrName>style.visibility</p:attrName>
                                        </p:attrNameLst>
                                      </p:cBhvr>
                                      <p:to>
                                        <p:strVal val="visible"/>
                                      </p:to>
                                    </p:set>
                                  </p:childTnLst>
                                </p:cTn>
                              </p:par>
                              <p:par>
                                <p:cTn id="199" nodeType="withEffect" fill="hold" presetClass="entr" presetID="1">
                                  <p:stCondLst>
                                    <p:cond delay="0"/>
                                  </p:stCondLst>
                                  <p:childTnLst>
                                    <p:set>
                                      <p:cBhvr>
                                        <p:cTn id="200" dur="1" fill="hold">
                                          <p:stCondLst>
                                            <p:cond delay="0"/>
                                          </p:stCondLst>
                                        </p:cTn>
                                        <p:tgtEl>
                                          <p:spTgt spid="10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6"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1097"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098"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099"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00"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1101" name="Imagen 7" descr=""/>
          <p:cNvPicPr/>
          <p:nvPr/>
        </p:nvPicPr>
        <p:blipFill>
          <a:blip r:embed="rId1"/>
          <a:stretch/>
        </p:blipFill>
        <p:spPr>
          <a:xfrm>
            <a:off x="407880" y="116640"/>
            <a:ext cx="8410320" cy="6500520"/>
          </a:xfrm>
          <a:prstGeom prst="rect">
            <a:avLst/>
          </a:prstGeom>
          <a:ln w="0">
            <a:noFill/>
          </a:ln>
        </p:spPr>
      </p:pic>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2" name="Rectángulo 6"/>
          <p:cNvSpPr/>
          <p:nvPr/>
        </p:nvSpPr>
        <p:spPr>
          <a:xfrm>
            <a:off x="395640" y="260640"/>
            <a:ext cx="8134920" cy="699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s-MX" sz="2000" spc="-1" strike="noStrike">
                <a:solidFill>
                  <a:srgbClr val="ff0000"/>
                </a:solidFill>
                <a:latin typeface="Century Gothic"/>
                <a:ea typeface="DejaVu Sans"/>
              </a:rPr>
              <a:t>1.- Ignora los valores de probabilidad predichos y la bondad de ajuste del modelo.</a:t>
            </a:r>
            <a:endParaRPr b="0" lang="es-MX" sz="2000" spc="-1" strike="noStrike">
              <a:solidFill>
                <a:srgbClr val="000000"/>
              </a:solidFill>
              <a:latin typeface="Arial"/>
            </a:endParaRPr>
          </a:p>
        </p:txBody>
      </p:sp>
      <p:pic>
        <p:nvPicPr>
          <p:cNvPr id="1103" name="Picture 2" descr="Imagen relacionada"/>
          <p:cNvPicPr/>
          <p:nvPr/>
        </p:nvPicPr>
        <p:blipFill>
          <a:blip r:embed="rId1"/>
          <a:stretch/>
        </p:blipFill>
        <p:spPr>
          <a:xfrm>
            <a:off x="971640" y="1042200"/>
            <a:ext cx="7500960" cy="5625000"/>
          </a:xfrm>
          <a:prstGeom prst="rect">
            <a:avLst/>
          </a:prstGeom>
          <a:ln w="0">
            <a:noFill/>
          </a:ln>
        </p:spPr>
      </p:pic>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4" name="Rectángulo 6"/>
          <p:cNvSpPr/>
          <p:nvPr/>
        </p:nvSpPr>
        <p:spPr>
          <a:xfrm>
            <a:off x="467640" y="229320"/>
            <a:ext cx="8134920" cy="699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s-MX" sz="2000" spc="-1" strike="noStrike">
                <a:solidFill>
                  <a:srgbClr val="ff0000"/>
                </a:solidFill>
                <a:latin typeface="Century Gothic"/>
                <a:ea typeface="DejaVu Sans"/>
              </a:rPr>
              <a:t>2.- Evalúa el desempeño del modelo en un espacio de la ROC que no necesariamente nos debería interesar.</a:t>
            </a:r>
            <a:endParaRPr b="0" lang="es-MX" sz="2000" spc="-1" strike="noStrike">
              <a:solidFill>
                <a:srgbClr val="000000"/>
              </a:solidFill>
              <a:latin typeface="Arial"/>
            </a:endParaRPr>
          </a:p>
        </p:txBody>
      </p:sp>
      <p:pic>
        <p:nvPicPr>
          <p:cNvPr id="1105" name="Picture 2" descr="http://144.6.228.92/cctas/Tasmania_weather_modelling_v1/models/birds/01906/climate/plots/01906_6_roc.png"/>
          <p:cNvPicPr/>
          <p:nvPr/>
        </p:nvPicPr>
        <p:blipFill>
          <a:blip r:embed="rId1"/>
          <a:stretch/>
        </p:blipFill>
        <p:spPr>
          <a:xfrm>
            <a:off x="250560" y="1050840"/>
            <a:ext cx="8569080" cy="5508000"/>
          </a:xfrm>
          <a:prstGeom prst="rect">
            <a:avLst/>
          </a:prstGeom>
          <a:ln w="0">
            <a:noFill/>
          </a:ln>
        </p:spPr>
      </p:pic>
      <p:sp>
        <p:nvSpPr>
          <p:cNvPr id="1106" name="Rectángulo 1"/>
          <p:cNvSpPr/>
          <p:nvPr/>
        </p:nvSpPr>
        <p:spPr>
          <a:xfrm>
            <a:off x="755640" y="1556640"/>
            <a:ext cx="3166200" cy="4534200"/>
          </a:xfrm>
          <a:prstGeom prst="rect">
            <a:avLst/>
          </a:prstGeom>
          <a:noFill/>
          <a:ln w="79375">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01" dur="indefinite" restart="never" nodeType="tmRoot">
          <p:childTnLst>
            <p:seq>
              <p:cTn id="202" dur="indefinite" nodeType="mainSeq">
                <p:childTnLst>
                  <p:par>
                    <p:cTn id="203" fill="hold">
                      <p:stCondLst>
                        <p:cond delay="indefinite"/>
                      </p:stCondLst>
                      <p:childTnLst>
                        <p:par>
                          <p:cTn id="204" fill="hold">
                            <p:stCondLst>
                              <p:cond delay="0"/>
                            </p:stCondLst>
                            <p:childTnLst>
                              <p:par>
                                <p:cTn id="205" nodeType="clickEffect" fill="hold" presetClass="entr" presetID="1">
                                  <p:stCondLst>
                                    <p:cond delay="0"/>
                                  </p:stCondLst>
                                  <p:childTnLst>
                                    <p:set>
                                      <p:cBhvr>
                                        <p:cTn id="206" dur="1" fill="hold">
                                          <p:stCondLst>
                                            <p:cond delay="0"/>
                                          </p:stCondLst>
                                        </p:cTn>
                                        <p:tgtEl>
                                          <p:spTgt spid="11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07" name="Imagen 6" descr=""/>
          <p:cNvPicPr/>
          <p:nvPr/>
        </p:nvPicPr>
        <p:blipFill>
          <a:blip r:embed="rId1"/>
          <a:stretch/>
        </p:blipFill>
        <p:spPr>
          <a:xfrm>
            <a:off x="179640" y="0"/>
            <a:ext cx="8838000" cy="3598200"/>
          </a:xfrm>
          <a:prstGeom prst="rect">
            <a:avLst/>
          </a:prstGeom>
          <a:ln w="0">
            <a:noFill/>
          </a:ln>
        </p:spPr>
      </p:pic>
      <p:pic>
        <p:nvPicPr>
          <p:cNvPr id="1108" name="Imagen 7" descr=""/>
          <p:cNvPicPr/>
          <p:nvPr/>
        </p:nvPicPr>
        <p:blipFill>
          <a:blip r:embed="rId2"/>
          <a:stretch/>
        </p:blipFill>
        <p:spPr>
          <a:xfrm>
            <a:off x="179640" y="2031120"/>
            <a:ext cx="8838000" cy="4824720"/>
          </a:xfrm>
          <a:prstGeom prst="rect">
            <a:avLst/>
          </a:prstGeom>
          <a:ln w="0">
            <a:noFill/>
          </a:ln>
        </p:spPr>
      </p:pic>
    </p:spTree>
  </p:cSld>
  <mc:AlternateContent>
    <mc:Choice Requires="p14">
      <p:transition spd="slow" p14:dur="2000"/>
    </mc:Choice>
    <mc:Fallback>
      <p:transition spd="slow"/>
    </mc:Fallback>
  </mc:AlternateContent>
  <p:timing>
    <p:tnLst>
      <p:par>
        <p:cTn id="207" dur="indefinite" restart="never" nodeType="tmRoot">
          <p:childTnLst>
            <p:seq>
              <p:cTn id="208" dur="indefinite" nodeType="mainSeq">
                <p:childTnLst>
                  <p:par>
                    <p:cTn id="209" fill="hold">
                      <p:stCondLst>
                        <p:cond delay="indefinite"/>
                      </p:stCondLst>
                      <p:childTnLst>
                        <p:par>
                          <p:cTn id="210" fill="hold">
                            <p:stCondLst>
                              <p:cond delay="0"/>
                            </p:stCondLst>
                            <p:childTnLst>
                              <p:par>
                                <p:cTn id="211" nodeType="clickEffect" fill="hold" presetClass="entr" presetID="1">
                                  <p:stCondLst>
                                    <p:cond delay="0"/>
                                  </p:stCondLst>
                                  <p:childTnLst>
                                    <p:set>
                                      <p:cBhvr>
                                        <p:cTn id="212" dur="1" fill="hold">
                                          <p:stCondLst>
                                            <p:cond delay="0"/>
                                          </p:stCondLst>
                                        </p:cTn>
                                        <p:tgtEl>
                                          <p:spTgt spid="11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9"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1110"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11"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12"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13"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1114" name="Picture 2" descr="Resultado de imagen para cain velasquez"/>
          <p:cNvPicPr/>
          <p:nvPr/>
        </p:nvPicPr>
        <p:blipFill>
          <a:blip r:embed="rId1"/>
          <a:stretch/>
        </p:blipFill>
        <p:spPr>
          <a:xfrm>
            <a:off x="3420000" y="3547440"/>
            <a:ext cx="5651640" cy="3178080"/>
          </a:xfrm>
          <a:prstGeom prst="rect">
            <a:avLst/>
          </a:prstGeom>
          <a:ln w="0">
            <a:noFill/>
          </a:ln>
        </p:spPr>
      </p:pic>
      <p:pic>
        <p:nvPicPr>
          <p:cNvPr id="1115" name="Picture 2" descr="Por qué Lionel Messi mantiene inquieto al Barcelona?"/>
          <p:cNvPicPr/>
          <p:nvPr/>
        </p:nvPicPr>
        <p:blipFill>
          <a:blip r:embed="rId2"/>
          <a:stretch/>
        </p:blipFill>
        <p:spPr>
          <a:xfrm>
            <a:off x="251640" y="241920"/>
            <a:ext cx="5466240" cy="3278880"/>
          </a:xfrm>
          <a:prstGeom prst="rect">
            <a:avLst/>
          </a:prstGeom>
          <a:ln w="0">
            <a:noFill/>
          </a:ln>
        </p:spPr>
      </p:pic>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6"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1117"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18"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19"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20"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1121" name="Imagen 6" descr=""/>
          <p:cNvPicPr/>
          <p:nvPr/>
        </p:nvPicPr>
        <p:blipFill>
          <a:blip r:embed="rId1"/>
          <a:stretch/>
        </p:blipFill>
        <p:spPr>
          <a:xfrm>
            <a:off x="315000" y="1929600"/>
            <a:ext cx="8512200" cy="3213000"/>
          </a:xfrm>
          <a:prstGeom prst="rect">
            <a:avLst/>
          </a:prstGeom>
          <a:ln w="0">
            <a:noFill/>
          </a:ln>
        </p:spPr>
      </p:pic>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2"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1123"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24"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25"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26"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1127" name="Imagen 6" descr=""/>
          <p:cNvPicPr/>
          <p:nvPr/>
        </p:nvPicPr>
        <p:blipFill>
          <a:blip r:embed="rId1"/>
          <a:stretch/>
        </p:blipFill>
        <p:spPr>
          <a:xfrm>
            <a:off x="108000" y="548640"/>
            <a:ext cx="8966160" cy="5398560"/>
          </a:xfrm>
          <a:prstGeom prst="rect">
            <a:avLst/>
          </a:prstGeom>
          <a:ln w="0">
            <a:noFill/>
          </a:ln>
        </p:spPr>
      </p:pic>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8" name="Rectángulo 6"/>
          <p:cNvSpPr/>
          <p:nvPr/>
        </p:nvSpPr>
        <p:spPr>
          <a:xfrm>
            <a:off x="251640" y="116640"/>
            <a:ext cx="8134920" cy="699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s-MX" sz="2000" spc="-1" strike="noStrike">
                <a:solidFill>
                  <a:srgbClr val="ff0000"/>
                </a:solidFill>
                <a:latin typeface="Century Gothic"/>
                <a:ea typeface="DejaVu Sans"/>
              </a:rPr>
              <a:t>3.- Le da igual peso a los errores de omisión y comisión. </a:t>
            </a:r>
            <a:endParaRPr b="0" lang="es-MX" sz="2000" spc="-1" strike="noStrike">
              <a:solidFill>
                <a:srgbClr val="000000"/>
              </a:solidFill>
              <a:latin typeface="Arial"/>
            </a:endParaRPr>
          </a:p>
          <a:p>
            <a:pPr>
              <a:lnSpc>
                <a:spcPct val="100000"/>
              </a:lnSpc>
            </a:pPr>
            <a:endParaRPr b="0" lang="es-MX" sz="2000" spc="-1" strike="noStrike">
              <a:solidFill>
                <a:srgbClr val="000000"/>
              </a:solidFill>
              <a:latin typeface="Arial"/>
            </a:endParaRPr>
          </a:p>
        </p:txBody>
      </p:sp>
      <p:pic>
        <p:nvPicPr>
          <p:cNvPr id="1129" name="Picture 4" descr="Insertado"/>
          <p:cNvPicPr/>
          <p:nvPr/>
        </p:nvPicPr>
        <p:blipFill>
          <a:blip r:embed="rId1"/>
          <a:stretch/>
        </p:blipFill>
        <p:spPr>
          <a:xfrm>
            <a:off x="971640" y="908640"/>
            <a:ext cx="7294680" cy="5470560"/>
          </a:xfrm>
          <a:prstGeom prst="rect">
            <a:avLst/>
          </a:prstGeom>
          <a:ln w="0">
            <a:noFill/>
          </a:ln>
        </p:spPr>
      </p:pic>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0" name="Rectángulo 6"/>
          <p:cNvSpPr/>
          <p:nvPr/>
        </p:nvSpPr>
        <p:spPr>
          <a:xfrm>
            <a:off x="251640" y="116640"/>
            <a:ext cx="813492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s-MX" sz="1800" spc="-1" strike="noStrike">
                <a:solidFill>
                  <a:srgbClr val="2c2900"/>
                </a:solidFill>
                <a:latin typeface="Century Gothic"/>
                <a:ea typeface="DejaVu Sans"/>
              </a:rPr>
              <a:t>Favorece SDM sobre ENM </a:t>
            </a:r>
            <a:endParaRPr b="0" lang="es-MX" sz="1800" spc="-1" strike="noStrike">
              <a:solidFill>
                <a:srgbClr val="000000"/>
              </a:solidFill>
              <a:latin typeface="Arial"/>
            </a:endParaRPr>
          </a:p>
          <a:p>
            <a:pPr>
              <a:lnSpc>
                <a:spcPct val="100000"/>
              </a:lnSpc>
            </a:pPr>
            <a:endParaRPr b="0" lang="es-MX" sz="1800" spc="-1" strike="noStrike">
              <a:solidFill>
                <a:srgbClr val="000000"/>
              </a:solidFill>
              <a:latin typeface="Arial"/>
            </a:endParaRPr>
          </a:p>
        </p:txBody>
      </p:sp>
      <p:pic>
        <p:nvPicPr>
          <p:cNvPr id="1131" name="Imagen 2" descr=""/>
          <p:cNvPicPr/>
          <p:nvPr/>
        </p:nvPicPr>
        <p:blipFill>
          <a:blip r:embed="rId1"/>
          <a:stretch/>
        </p:blipFill>
        <p:spPr>
          <a:xfrm>
            <a:off x="238320" y="1471320"/>
            <a:ext cx="8665200" cy="3912840"/>
          </a:xfrm>
          <a:prstGeom prst="rect">
            <a:avLst/>
          </a:prstGeom>
          <a:ln w="0">
            <a:noFill/>
          </a:ln>
        </p:spPr>
      </p:pic>
      <p:sp>
        <p:nvSpPr>
          <p:cNvPr id="1132" name="CuadroTexto 1"/>
          <p:cNvSpPr/>
          <p:nvPr/>
        </p:nvSpPr>
        <p:spPr>
          <a:xfrm>
            <a:off x="508320" y="5910480"/>
            <a:ext cx="2304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1800" spc="-1" strike="noStrike">
                <a:solidFill>
                  <a:srgbClr val="2c2900"/>
                </a:solidFill>
                <a:latin typeface="Century Gothic"/>
                <a:ea typeface="DejaVu Sans"/>
              </a:rPr>
              <a:t>Soberón et al. 2017 </a:t>
            </a:r>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3" name="Rectángulo 6"/>
          <p:cNvSpPr/>
          <p:nvPr/>
        </p:nvSpPr>
        <p:spPr>
          <a:xfrm>
            <a:off x="437400" y="156240"/>
            <a:ext cx="8134920" cy="1004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s-MX" sz="2000" spc="-1" strike="noStrike">
                <a:solidFill>
                  <a:srgbClr val="ff0000"/>
                </a:solidFill>
                <a:latin typeface="Century Gothic"/>
                <a:ea typeface="DejaVu Sans"/>
              </a:rPr>
              <a:t>4.- No da información sobre de la distribución espacial de los errores o la incertidumbre del modelo.</a:t>
            </a:r>
            <a:endParaRPr b="0" lang="es-MX" sz="2000" spc="-1" strike="noStrike">
              <a:solidFill>
                <a:srgbClr val="000000"/>
              </a:solidFill>
              <a:latin typeface="Arial"/>
            </a:endParaRPr>
          </a:p>
          <a:p>
            <a:pPr>
              <a:lnSpc>
                <a:spcPct val="100000"/>
              </a:lnSpc>
            </a:pPr>
            <a:endParaRPr b="0" lang="es-MX" sz="2000" spc="-1" strike="noStrike">
              <a:solidFill>
                <a:srgbClr val="000000"/>
              </a:solidFill>
              <a:latin typeface="Arial"/>
            </a:endParaRPr>
          </a:p>
        </p:txBody>
      </p:sp>
      <p:pic>
        <p:nvPicPr>
          <p:cNvPr id="1134" name="Picture 2" descr="Resultado de imagen para residuals mapping niche"/>
          <p:cNvPicPr/>
          <p:nvPr/>
        </p:nvPicPr>
        <p:blipFill>
          <a:blip r:embed="rId1"/>
          <a:srcRect l="0" t="0" r="50003" b="0"/>
          <a:stretch/>
        </p:blipFill>
        <p:spPr>
          <a:xfrm>
            <a:off x="611640" y="1052640"/>
            <a:ext cx="7990560" cy="5647680"/>
          </a:xfrm>
          <a:prstGeom prst="rect">
            <a:avLst/>
          </a:prstGeom>
          <a:ln w="0">
            <a:noFill/>
          </a:ln>
        </p:spPr>
      </p:pic>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35" name="Imagen 3" descr=""/>
          <p:cNvPicPr/>
          <p:nvPr/>
        </p:nvPicPr>
        <p:blipFill>
          <a:blip r:embed="rId1"/>
          <a:srcRect l="0" t="0" r="67082" b="-2208"/>
          <a:stretch/>
        </p:blipFill>
        <p:spPr>
          <a:xfrm>
            <a:off x="209880" y="1412640"/>
            <a:ext cx="2906640" cy="4795200"/>
          </a:xfrm>
          <a:prstGeom prst="rect">
            <a:avLst/>
          </a:prstGeom>
          <a:ln w="0">
            <a:noFill/>
          </a:ln>
        </p:spPr>
      </p:pic>
      <p:sp>
        <p:nvSpPr>
          <p:cNvPr id="1136" name="Conector recto 7"/>
          <p:cNvSpPr/>
          <p:nvPr/>
        </p:nvSpPr>
        <p:spPr>
          <a:xfrm flipV="1">
            <a:off x="2117880" y="2815920"/>
            <a:ext cx="737280" cy="2126880"/>
          </a:xfrm>
          <a:prstGeom prst="line">
            <a:avLst/>
          </a:prstGeom>
          <a:ln w="34925">
            <a:solidFill>
              <a:srgbClr val="00b0f0"/>
            </a:solidFill>
            <a:round/>
          </a:ln>
        </p:spPr>
        <p:style>
          <a:lnRef idx="1">
            <a:schemeClr val="accent1"/>
          </a:lnRef>
          <a:fillRef idx="0">
            <a:schemeClr val="accent1"/>
          </a:fillRef>
          <a:effectRef idx="0">
            <a:schemeClr val="accent1"/>
          </a:effectRef>
          <a:fontRef idx="minor"/>
        </p:style>
        <p:txBody>
          <a:bodyPr lIns="90000" rIns="90000" tIns="45000" bIns="45000" anchor="t" anchorCtr="1">
            <a:noAutofit/>
          </a:bodyPr>
          <a:p>
            <a:endParaRPr b="0" lang="es-MX" sz="1800" spc="-1" strike="noStrike">
              <a:solidFill>
                <a:srgbClr val="000000"/>
              </a:solidFill>
              <a:latin typeface="Arial"/>
            </a:endParaRPr>
          </a:p>
        </p:txBody>
      </p:sp>
      <p:sp>
        <p:nvSpPr>
          <p:cNvPr id="1137" name="Conector recto 25"/>
          <p:cNvSpPr/>
          <p:nvPr/>
        </p:nvSpPr>
        <p:spPr>
          <a:xfrm>
            <a:off x="1333440" y="5075280"/>
            <a:ext cx="660960" cy="360"/>
          </a:xfrm>
          <a:prstGeom prst="line">
            <a:avLst/>
          </a:prstGeom>
          <a:ln w="34925">
            <a:solidFill>
              <a:srgbClr val="00b0f0"/>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s-MX" sz="1800" spc="-1" strike="noStrike">
              <a:solidFill>
                <a:srgbClr val="000000"/>
              </a:solidFill>
              <a:latin typeface="Arial"/>
            </a:endParaRPr>
          </a:p>
        </p:txBody>
      </p:sp>
      <p:sp>
        <p:nvSpPr>
          <p:cNvPr id="1138" name="Conector recto 26"/>
          <p:cNvSpPr/>
          <p:nvPr/>
        </p:nvSpPr>
        <p:spPr>
          <a:xfrm>
            <a:off x="557280" y="5075280"/>
            <a:ext cx="661320" cy="360"/>
          </a:xfrm>
          <a:prstGeom prst="line">
            <a:avLst/>
          </a:prstGeom>
          <a:ln w="34925">
            <a:solidFill>
              <a:srgbClr val="00b0f0"/>
            </a:solidFill>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s-MX" sz="1800" spc="-1" strike="noStrike">
              <a:solidFill>
                <a:srgbClr val="000000"/>
              </a:solidFill>
              <a:latin typeface="Arial"/>
            </a:endParaRPr>
          </a:p>
        </p:txBody>
      </p:sp>
      <p:sp>
        <p:nvSpPr>
          <p:cNvPr id="1139" name="CuadroTexto 8"/>
          <p:cNvSpPr/>
          <p:nvPr/>
        </p:nvSpPr>
        <p:spPr>
          <a:xfrm>
            <a:off x="3617280" y="828000"/>
            <a:ext cx="196560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MX" sz="3200" spc="-1" strike="noStrike">
                <a:solidFill>
                  <a:srgbClr val="2c2900"/>
                </a:solidFill>
                <a:latin typeface="Century Gothic"/>
                <a:ea typeface="DejaVu Sans"/>
              </a:rPr>
              <a:t>Modelo 1</a:t>
            </a:r>
            <a:endParaRPr b="0" lang="es-MX" sz="3200" spc="-1" strike="noStrike">
              <a:solidFill>
                <a:srgbClr val="000000"/>
              </a:solidFill>
              <a:latin typeface="Arial"/>
            </a:endParaRPr>
          </a:p>
        </p:txBody>
      </p:sp>
      <p:sp>
        <p:nvSpPr>
          <p:cNvPr id="1140" name="Elipse 11"/>
          <p:cNvSpPr/>
          <p:nvPr/>
        </p:nvSpPr>
        <p:spPr>
          <a:xfrm>
            <a:off x="2794680" y="2657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141" name="Elipse 13"/>
          <p:cNvSpPr/>
          <p:nvPr/>
        </p:nvSpPr>
        <p:spPr>
          <a:xfrm>
            <a:off x="1994760" y="4943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142" name="Elipse 20"/>
          <p:cNvSpPr/>
          <p:nvPr/>
        </p:nvSpPr>
        <p:spPr>
          <a:xfrm>
            <a:off x="1086840" y="494316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143" name="Elipse 17"/>
          <p:cNvSpPr/>
          <p:nvPr/>
        </p:nvSpPr>
        <p:spPr>
          <a:xfrm>
            <a:off x="434160" y="4956480"/>
            <a:ext cx="244440" cy="262800"/>
          </a:xfrm>
          <a:prstGeom prst="ellipse">
            <a:avLst/>
          </a:prstGeom>
          <a:solidFill>
            <a:srgbClr val="fffbd0"/>
          </a:solidFill>
          <a:ln>
            <a:solidFill>
              <a:srgbClr val="bcb999"/>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s-MX" sz="1800" spc="-1" strike="noStrike">
              <a:solidFill>
                <a:srgbClr val="000000"/>
              </a:solidFill>
              <a:latin typeface="Arial"/>
            </a:endParaRPr>
          </a:p>
        </p:txBody>
      </p:sp>
      <p:sp>
        <p:nvSpPr>
          <p:cNvPr id="1144" name="Rectángulo 28"/>
          <p:cNvSpPr/>
          <p:nvPr/>
        </p:nvSpPr>
        <p:spPr>
          <a:xfrm>
            <a:off x="616320" y="118440"/>
            <a:ext cx="8134920" cy="1004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s-MX" sz="2000" spc="-1" strike="noStrike">
                <a:solidFill>
                  <a:srgbClr val="ff0000"/>
                </a:solidFill>
                <a:latin typeface="Century Gothic"/>
                <a:ea typeface="DejaVu Sans"/>
              </a:rPr>
              <a:t>5.- Se puede inflar AUC si el área de donde se extraen ausencias es muy grande</a:t>
            </a:r>
            <a:endParaRPr b="0" lang="es-MX" sz="2000" spc="-1" strike="noStrike">
              <a:solidFill>
                <a:srgbClr val="000000"/>
              </a:solidFill>
              <a:latin typeface="Arial"/>
            </a:endParaRPr>
          </a:p>
          <a:p>
            <a:pPr>
              <a:lnSpc>
                <a:spcPct val="100000"/>
              </a:lnSpc>
            </a:pPr>
            <a:endParaRPr b="0" lang="es-MX" sz="2000" spc="-1" strike="noStrike">
              <a:solidFill>
                <a:srgbClr val="000000"/>
              </a:solidFill>
              <a:latin typeface="Arial"/>
            </a:endParaRPr>
          </a:p>
        </p:txBody>
      </p:sp>
      <p:pic>
        <p:nvPicPr>
          <p:cNvPr id="1145" name="Imagen 1" descr=""/>
          <p:cNvPicPr/>
          <p:nvPr/>
        </p:nvPicPr>
        <p:blipFill>
          <a:blip r:embed="rId2"/>
          <a:stretch/>
        </p:blipFill>
        <p:spPr>
          <a:xfrm rot="10800000">
            <a:off x="3492360" y="1751400"/>
            <a:ext cx="5472000" cy="4103640"/>
          </a:xfrm>
          <a:prstGeom prst="rect">
            <a:avLst/>
          </a:prstGeom>
          <a:ln w="0">
            <a:noFill/>
          </a:ln>
        </p:spPr>
      </p:pic>
    </p:spTree>
  </p:cSld>
  <mc:AlternateContent>
    <mc:Choice Requires="p14">
      <p:transition spd="slow" p14:dur="2000"/>
    </mc:Choice>
    <mc:Fallback>
      <p:transition spd="slow"/>
    </mc:Fallback>
  </mc:AlternateContent>
  <p:timing>
    <p:tnLst>
      <p:par>
        <p:cTn id="213" dur="indefinite" restart="never" nodeType="tmRoot">
          <p:childTnLst>
            <p:seq>
              <p:cTn id="214" dur="indefinite" nodeType="mainSeq">
                <p:childTnLst>
                  <p:par>
                    <p:cTn id="215" fill="hold">
                      <p:stCondLst>
                        <p:cond delay="indefinite"/>
                      </p:stCondLst>
                      <p:childTnLst>
                        <p:par>
                          <p:cTn id="216" fill="hold">
                            <p:stCondLst>
                              <p:cond delay="0"/>
                            </p:stCondLst>
                            <p:childTnLst>
                              <p:par>
                                <p:cTn id="217" nodeType="clickEffect" fill="hold" presetClass="entr" presetID="1">
                                  <p:stCondLst>
                                    <p:cond delay="0"/>
                                  </p:stCondLst>
                                  <p:childTnLst>
                                    <p:set>
                                      <p:cBhvr>
                                        <p:cTn id="218" dur="1" fill="hold">
                                          <p:stCondLst>
                                            <p:cond delay="0"/>
                                          </p:stCondLst>
                                        </p:cTn>
                                        <p:tgtEl>
                                          <p:spTgt spid="11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6"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1147"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48"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49"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50"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1151" name="Imagen 6" descr=""/>
          <p:cNvPicPr/>
          <p:nvPr/>
        </p:nvPicPr>
        <p:blipFill>
          <a:blip r:embed="rId1"/>
          <a:srcRect l="13473" t="0" r="12914" b="60146"/>
          <a:stretch/>
        </p:blipFill>
        <p:spPr>
          <a:xfrm>
            <a:off x="143640" y="100080"/>
            <a:ext cx="8854920" cy="2693520"/>
          </a:xfrm>
          <a:prstGeom prst="rect">
            <a:avLst/>
          </a:prstGeom>
          <a:ln w="0">
            <a:noFill/>
          </a:ln>
        </p:spPr>
      </p:pic>
      <p:pic>
        <p:nvPicPr>
          <p:cNvPr id="1152" name="Imagen 7" descr=""/>
          <p:cNvPicPr/>
          <p:nvPr/>
        </p:nvPicPr>
        <p:blipFill>
          <a:blip r:embed="rId2"/>
          <a:stretch/>
        </p:blipFill>
        <p:spPr>
          <a:xfrm>
            <a:off x="1726560" y="2702520"/>
            <a:ext cx="5536800" cy="4121640"/>
          </a:xfrm>
          <a:prstGeom prst="rect">
            <a:avLst/>
          </a:prstGeom>
          <a:ln w="0">
            <a:noFill/>
          </a:ln>
        </p:spPr>
      </p:pic>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53" name="Imagen 6" descr=""/>
          <p:cNvPicPr/>
          <p:nvPr/>
        </p:nvPicPr>
        <p:blipFill>
          <a:blip r:embed="rId1"/>
          <a:stretch/>
        </p:blipFill>
        <p:spPr>
          <a:xfrm>
            <a:off x="251640" y="1700640"/>
            <a:ext cx="9141840" cy="3433320"/>
          </a:xfrm>
          <a:prstGeom prst="rect">
            <a:avLst/>
          </a:prstGeom>
          <a:ln w="0">
            <a:noFill/>
          </a:ln>
        </p:spPr>
      </p:pic>
      <p:sp>
        <p:nvSpPr>
          <p:cNvPr id="1154" name="Conector recto 12"/>
          <p:cNvSpPr/>
          <p:nvPr/>
        </p:nvSpPr>
        <p:spPr>
          <a:xfrm>
            <a:off x="971280" y="2204640"/>
            <a:ext cx="7849080" cy="360"/>
          </a:xfrm>
          <a:prstGeom prst="line">
            <a:avLst/>
          </a:prstGeom>
          <a:ln w="38100">
            <a:solidFill>
              <a:srgbClr val="33cc33"/>
            </a:solidFill>
            <a:prstDash val="sysDash"/>
            <a:round/>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s-MX" sz="1800" spc="-1" strike="noStrike">
              <a:solidFill>
                <a:srgbClr val="000000"/>
              </a:solidFill>
              <a:latin typeface="Arial"/>
            </a:endParaRPr>
          </a:p>
        </p:txBody>
      </p:sp>
      <p:sp>
        <p:nvSpPr>
          <p:cNvPr id="1155" name="CuadroTexto 13"/>
          <p:cNvSpPr/>
          <p:nvPr/>
        </p:nvSpPr>
        <p:spPr>
          <a:xfrm>
            <a:off x="554760" y="2020320"/>
            <a:ext cx="4172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s-MX" sz="1800" spc="-1" strike="noStrike">
                <a:solidFill>
                  <a:srgbClr val="33cc33"/>
                </a:solidFill>
                <a:latin typeface="Century"/>
                <a:ea typeface="DejaVu Sans"/>
              </a:rPr>
              <a:t>E </a:t>
            </a:r>
            <a:endParaRPr b="0" lang="es-MX" sz="1800" spc="-1" strike="noStrike">
              <a:solidFill>
                <a:srgbClr val="000000"/>
              </a:solidFill>
              <a:latin typeface="Arial"/>
            </a:endParaRPr>
          </a:p>
        </p:txBody>
      </p:sp>
      <p:sp>
        <p:nvSpPr>
          <p:cNvPr id="1156" name="CuadroTexto 14"/>
          <p:cNvSpPr/>
          <p:nvPr/>
        </p:nvSpPr>
        <p:spPr>
          <a:xfrm>
            <a:off x="1577520" y="608760"/>
            <a:ext cx="6014880" cy="63828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pPr>
            <a:r>
              <a:rPr b="0" lang="es-MX" sz="3600" spc="-1" strike="noStrike">
                <a:solidFill>
                  <a:srgbClr val="33cc33"/>
                </a:solidFill>
                <a:latin typeface="Century"/>
                <a:ea typeface="DejaVu Sans"/>
              </a:rPr>
              <a:t>¿Qué curva tiene más área?</a:t>
            </a:r>
            <a:endParaRPr b="0" lang="es-MX" sz="3600" spc="-1" strike="noStrike">
              <a:solidFill>
                <a:srgbClr val="000000"/>
              </a:solidFill>
              <a:latin typeface="Arial"/>
            </a:endParaRPr>
          </a:p>
        </p:txBody>
      </p:sp>
      <p:sp>
        <p:nvSpPr>
          <p:cNvPr id="1157" name="CuadroTexto 15"/>
          <p:cNvSpPr/>
          <p:nvPr/>
        </p:nvSpPr>
        <p:spPr>
          <a:xfrm>
            <a:off x="607680" y="5401800"/>
            <a:ext cx="8160840" cy="118692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pPr>
            <a:r>
              <a:rPr b="0" lang="es-MX" sz="3600" spc="-1" strike="noStrike">
                <a:solidFill>
                  <a:srgbClr val="33cc33"/>
                </a:solidFill>
                <a:latin typeface="Century"/>
                <a:ea typeface="DejaVu Sans"/>
              </a:rPr>
              <a:t>Definiendo una proporción de omisión</a:t>
            </a:r>
            <a:endParaRPr b="0" lang="es-MX" sz="3600" spc="-1" strike="noStrike">
              <a:solidFill>
                <a:srgbClr val="000000"/>
              </a:solidFill>
              <a:latin typeface="Arial"/>
            </a:endParaRPr>
          </a:p>
          <a:p>
            <a:pPr algn="ctr">
              <a:lnSpc>
                <a:spcPct val="100000"/>
              </a:lnSpc>
            </a:pPr>
            <a:r>
              <a:rPr b="0" lang="es-MX" sz="3600" spc="-1" strike="noStrike">
                <a:solidFill>
                  <a:srgbClr val="33cc33"/>
                </a:solidFill>
                <a:latin typeface="Century"/>
                <a:ea typeface="DejaVu Sans"/>
              </a:rPr>
              <a:t>permitida  ¿Qué es mejor?</a:t>
            </a:r>
            <a:endParaRPr b="0" lang="es-MX" sz="36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19" dur="indefinite" restart="never" nodeType="tmRoot">
          <p:childTnLst>
            <p:seq>
              <p:cTn id="220" dur="indefinite" nodeType="mainSeq">
                <p:childTnLst>
                  <p:par>
                    <p:cTn id="221" fill="hold">
                      <p:stCondLst>
                        <p:cond delay="indefinite"/>
                      </p:stCondLst>
                      <p:childTnLst>
                        <p:par>
                          <p:cTn id="222" fill="hold">
                            <p:stCondLst>
                              <p:cond delay="0"/>
                            </p:stCondLst>
                            <p:childTnLst>
                              <p:par>
                                <p:cTn id="223" nodeType="clickEffect" fill="hold" presetClass="entr" presetID="1">
                                  <p:stCondLst>
                                    <p:cond delay="0"/>
                                  </p:stCondLst>
                                  <p:childTnLst>
                                    <p:set>
                                      <p:cBhvr>
                                        <p:cTn id="224" dur="1" fill="hold">
                                          <p:stCondLst>
                                            <p:cond delay="0"/>
                                          </p:stCondLst>
                                        </p:cTn>
                                        <p:tgtEl>
                                          <p:spTgt spid="1155"/>
                                        </p:tgtEl>
                                        <p:attrNameLst>
                                          <p:attrName>style.visibility</p:attrName>
                                        </p:attrNameLst>
                                      </p:cBhvr>
                                      <p:to>
                                        <p:strVal val="visible"/>
                                      </p:to>
                                    </p:set>
                                  </p:childTnLst>
                                </p:cTn>
                              </p:par>
                              <p:par>
                                <p:cTn id="225" nodeType="withEffect" fill="hold" presetClass="entr" presetID="1">
                                  <p:stCondLst>
                                    <p:cond delay="0"/>
                                  </p:stCondLst>
                                  <p:childTnLst>
                                    <p:set>
                                      <p:cBhvr>
                                        <p:cTn id="226" dur="1" fill="hold">
                                          <p:stCondLst>
                                            <p:cond delay="0"/>
                                          </p:stCondLst>
                                        </p:cTn>
                                        <p:tgtEl>
                                          <p:spTgt spid="1154"/>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nodeType="clickEffect" fill="hold" presetClass="entr" presetID="1">
                                  <p:stCondLst>
                                    <p:cond delay="0"/>
                                  </p:stCondLst>
                                  <p:childTnLst>
                                    <p:set>
                                      <p:cBhvr>
                                        <p:cTn id="230" dur="1" fill="hold">
                                          <p:stCondLst>
                                            <p:cond delay="0"/>
                                          </p:stCondLst>
                                        </p:cTn>
                                        <p:tgtEl>
                                          <p:spTgt spid="11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8"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1159"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60"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61"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62"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1163" name="Imagen 6" descr=""/>
          <p:cNvPicPr/>
          <p:nvPr/>
        </p:nvPicPr>
        <p:blipFill>
          <a:blip r:embed="rId1"/>
          <a:srcRect l="12914" t="0" r="12914" b="0"/>
          <a:stretch/>
        </p:blipFill>
        <p:spPr>
          <a:xfrm>
            <a:off x="47880" y="28800"/>
            <a:ext cx="9093960" cy="6893640"/>
          </a:xfrm>
          <a:prstGeom prst="rect">
            <a:avLst/>
          </a:prstGeom>
          <a:ln w="0">
            <a:noFill/>
          </a:ln>
        </p:spPr>
      </p:pic>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4"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1165"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66"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67"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68"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1169" name="Imagen 6" descr=""/>
          <p:cNvPicPr/>
          <p:nvPr/>
        </p:nvPicPr>
        <p:blipFill>
          <a:blip r:embed="rId1"/>
          <a:srcRect l="13473" t="0" r="12914" b="0"/>
          <a:stretch/>
        </p:blipFill>
        <p:spPr>
          <a:xfrm>
            <a:off x="0" y="-360"/>
            <a:ext cx="8962200" cy="6845040"/>
          </a:xfrm>
          <a:prstGeom prst="rect">
            <a:avLst/>
          </a:prstGeom>
          <a:ln w="0">
            <a:noFill/>
          </a:ln>
        </p:spPr>
      </p:pic>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0" name="PlaceHolder 1"/>
          <p:cNvSpPr>
            <a:spLocks noGrp="1"/>
          </p:cNvSpPr>
          <p:nvPr>
            <p:ph type="title"/>
          </p:nvPr>
        </p:nvSpPr>
        <p:spPr>
          <a:xfrm>
            <a:off x="380880" y="0"/>
            <a:ext cx="8227440" cy="1140840"/>
          </a:xfrm>
          <a:prstGeom prst="rect">
            <a:avLst/>
          </a:prstGeom>
          <a:noFill/>
          <a:ln w="0">
            <a:noFill/>
          </a:ln>
        </p:spPr>
        <p:txBody>
          <a:bodyPr lIns="90000" rIns="90000" tIns="45000" bIns="45000" anchor="ctr">
            <a:normAutofit/>
          </a:bodyPr>
          <a:p>
            <a:pPr indent="0" algn="ctr">
              <a:lnSpc>
                <a:spcPct val="100000"/>
              </a:lnSpc>
              <a:buNone/>
            </a:pPr>
            <a:r>
              <a:rPr b="0" lang="es-MX" sz="3600" spc="-1" strike="noStrike">
                <a:solidFill>
                  <a:srgbClr val="7c354d"/>
                </a:solidFill>
                <a:latin typeface="Arial"/>
              </a:rPr>
              <a:t>AIC, AICc &amp; BIC</a:t>
            </a:r>
            <a:endParaRPr b="0" lang="es-MX" sz="3600" spc="-1" strike="noStrike">
              <a:solidFill>
                <a:srgbClr val="000000"/>
              </a:solidFill>
              <a:latin typeface="Arial"/>
            </a:endParaRPr>
          </a:p>
        </p:txBody>
      </p:sp>
      <p:pic>
        <p:nvPicPr>
          <p:cNvPr id="1171" name="Imagen 7" descr=""/>
          <p:cNvPicPr/>
          <p:nvPr/>
        </p:nvPicPr>
        <p:blipFill>
          <a:blip r:embed="rId1"/>
          <a:stretch/>
        </p:blipFill>
        <p:spPr>
          <a:xfrm>
            <a:off x="1187640" y="980640"/>
            <a:ext cx="6914880" cy="5057640"/>
          </a:xfrm>
          <a:prstGeom prst="rect">
            <a:avLst/>
          </a:prstGeom>
          <a:ln w="0">
            <a:noFill/>
          </a:ln>
        </p:spPr>
      </p:pic>
      <p:sp>
        <p:nvSpPr>
          <p:cNvPr id="1172" name="CuadroTexto 2"/>
          <p:cNvSpPr/>
          <p:nvPr/>
        </p:nvSpPr>
        <p:spPr>
          <a:xfrm>
            <a:off x="1095120" y="6040440"/>
            <a:ext cx="7099920" cy="638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s-MX" sz="1800" spc="-1" strike="noStrike">
                <a:solidFill>
                  <a:srgbClr val="ff0000"/>
                </a:solidFill>
                <a:latin typeface="Century Gothic"/>
                <a:ea typeface="DejaVu Sans"/>
              </a:rPr>
              <a:t>Cuantificar la fuerza de evidencia sobre mis observaciones a </a:t>
            </a:r>
            <a:endParaRPr b="0" lang="es-MX" sz="1800" spc="-1" strike="noStrike">
              <a:solidFill>
                <a:srgbClr val="000000"/>
              </a:solidFill>
              <a:latin typeface="Arial"/>
            </a:endParaRPr>
          </a:p>
          <a:p>
            <a:pPr>
              <a:lnSpc>
                <a:spcPct val="100000"/>
              </a:lnSpc>
            </a:pPr>
            <a:r>
              <a:rPr b="1" lang="es-MX" sz="1800" spc="-1" strike="noStrike">
                <a:solidFill>
                  <a:srgbClr val="ff0000"/>
                </a:solidFill>
                <a:latin typeface="Century Gothic"/>
                <a:ea typeface="DejaVu Sans"/>
              </a:rPr>
              <a:t>partir de un conjunto de hipótesis alternativas   </a:t>
            </a:r>
            <a:endParaRPr b="0" lang="es-MX"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3"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1174"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75"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76"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77"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1178" name="Imagen 8" descr=""/>
          <p:cNvPicPr/>
          <p:nvPr/>
        </p:nvPicPr>
        <p:blipFill>
          <a:blip r:embed="rId1"/>
          <a:stretch/>
        </p:blipFill>
        <p:spPr>
          <a:xfrm>
            <a:off x="104040" y="961200"/>
            <a:ext cx="8781120" cy="1801800"/>
          </a:xfrm>
          <a:prstGeom prst="rect">
            <a:avLst/>
          </a:prstGeom>
          <a:ln w="0">
            <a:noFill/>
          </a:ln>
          <a:effectLst>
            <a:outerShdw algn="tl" blurRad="291960" dir="2700000" dist="138479" rotWithShape="0">
              <a:srgbClr val="333333">
                <a:alpha val="65000"/>
              </a:srgbClr>
            </a:outerShdw>
          </a:effectLst>
        </p:spPr>
      </p:pic>
      <p:pic>
        <p:nvPicPr>
          <p:cNvPr id="1179" name="Imagen 10" descr=""/>
          <p:cNvPicPr/>
          <p:nvPr/>
        </p:nvPicPr>
        <p:blipFill>
          <a:blip r:embed="rId2"/>
          <a:stretch/>
        </p:blipFill>
        <p:spPr>
          <a:xfrm>
            <a:off x="104040" y="3573000"/>
            <a:ext cx="8807760" cy="1797840"/>
          </a:xfrm>
          <a:prstGeom prst="rect">
            <a:avLst/>
          </a:prstGeom>
          <a:ln w="0">
            <a:noFill/>
          </a:ln>
          <a:effectLst>
            <a:outerShdw algn="tl" blurRad="291960" dir="2700000" dist="138479" rotWithShape="0">
              <a:srgbClr val="333333">
                <a:alpha val="65000"/>
              </a:srgbClr>
            </a:outerShdw>
          </a:effectLst>
        </p:spPr>
      </p:pic>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0"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buNone/>
            </a:pPr>
            <a:endParaRPr b="0" lang="es-MX" sz="1800" spc="-1" strike="noStrike">
              <a:solidFill>
                <a:srgbClr val="000000"/>
              </a:solidFill>
              <a:latin typeface="Arial"/>
            </a:endParaRPr>
          </a:p>
        </p:txBody>
      </p:sp>
      <p:sp>
        <p:nvSpPr>
          <p:cNvPr id="1181" name="PlaceHolder 2"/>
          <p:cNvSpPr>
            <a:spLocks noGrp="1"/>
          </p:cNvSpPr>
          <p:nvPr>
            <p:ph/>
          </p:nvPr>
        </p:nvSpPr>
        <p:spPr>
          <a:xfrm>
            <a:off x="45720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82" name="PlaceHolder 3"/>
          <p:cNvSpPr>
            <a:spLocks noGrp="1"/>
          </p:cNvSpPr>
          <p:nvPr>
            <p:ph/>
          </p:nvPr>
        </p:nvSpPr>
        <p:spPr>
          <a:xfrm>
            <a:off x="4648320" y="160020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83" name="PlaceHolder 4"/>
          <p:cNvSpPr>
            <a:spLocks noGrp="1"/>
          </p:cNvSpPr>
          <p:nvPr>
            <p:ph/>
          </p:nvPr>
        </p:nvSpPr>
        <p:spPr>
          <a:xfrm>
            <a:off x="45720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sp>
        <p:nvSpPr>
          <p:cNvPr id="1184" name="PlaceHolder 5"/>
          <p:cNvSpPr>
            <a:spLocks noGrp="1"/>
          </p:cNvSpPr>
          <p:nvPr>
            <p:ph/>
          </p:nvPr>
        </p:nvSpPr>
        <p:spPr>
          <a:xfrm>
            <a:off x="4648320" y="4030560"/>
            <a:ext cx="4036320" cy="2275920"/>
          </a:xfrm>
          <a:prstGeom prst="rect">
            <a:avLst/>
          </a:prstGeom>
          <a:noFill/>
          <a:ln w="9360">
            <a:noFill/>
          </a:ln>
        </p:spPr>
        <p:txBody>
          <a:bodyPr numCol="1" spcCol="0" lIns="0" rIns="0" tIns="0" bIns="0" anchor="t">
            <a:noAutofit/>
          </a:bodyPr>
          <a:p>
            <a:pPr indent="0">
              <a:spcBef>
                <a:spcPts val="1417"/>
              </a:spcBef>
              <a:buNone/>
            </a:pPr>
            <a:endParaRPr b="0" lang="es-MX" sz="1800" spc="-1" strike="noStrike">
              <a:solidFill>
                <a:srgbClr val="000000"/>
              </a:solidFill>
              <a:latin typeface="Arial"/>
            </a:endParaRPr>
          </a:p>
        </p:txBody>
      </p:sp>
      <p:pic>
        <p:nvPicPr>
          <p:cNvPr id="1185" name="Imagen 6" descr=""/>
          <p:cNvPicPr/>
          <p:nvPr/>
        </p:nvPicPr>
        <p:blipFill>
          <a:blip r:embed="rId1"/>
          <a:stretch/>
        </p:blipFill>
        <p:spPr>
          <a:xfrm>
            <a:off x="315720" y="155520"/>
            <a:ext cx="8662680" cy="3623040"/>
          </a:xfrm>
          <a:prstGeom prst="rect">
            <a:avLst/>
          </a:prstGeom>
          <a:ln w="0">
            <a:noFill/>
          </a:ln>
        </p:spPr>
      </p:pic>
      <p:pic>
        <p:nvPicPr>
          <p:cNvPr id="1186" name="Imagen 7" descr=""/>
          <p:cNvPicPr/>
          <p:nvPr/>
        </p:nvPicPr>
        <p:blipFill>
          <a:blip r:embed="rId2"/>
          <a:stretch/>
        </p:blipFill>
        <p:spPr>
          <a:xfrm>
            <a:off x="2815920" y="2700000"/>
            <a:ext cx="6162480" cy="3901320"/>
          </a:xfrm>
          <a:prstGeom prst="rect">
            <a:avLst/>
          </a:prstGeom>
          <a:ln w="0">
            <a:noFill/>
          </a:ln>
          <a:effectLst>
            <a:outerShdw algn="tl" blurRad="291960" dir="2700000" dist="138479" rotWithShape="0">
              <a:srgbClr val="333333">
                <a:alpha val="65000"/>
              </a:srgbClr>
            </a:outerShdw>
          </a:effectLst>
        </p:spPr>
      </p:pic>
    </p:spTree>
  </p:cSld>
  <mc:AlternateContent>
    <mc:Choice Requires="p14">
      <p:transition spd="slow" p14:dur="2000"/>
    </mc:Choice>
    <mc:Fallback>
      <p:transition spd="slow"/>
    </mc:Fallback>
  </mc:AlternateContent>
  <p:timing>
    <p:tnLst>
      <p:par>
        <p:cTn id="231" dur="indefinite" restart="never" nodeType="tmRoot">
          <p:childTnLst>
            <p:seq>
              <p:cTn id="232" dur="indefinite" nodeType="mainSeq">
                <p:childTnLst>
                  <p:par>
                    <p:cTn id="233" fill="hold">
                      <p:stCondLst>
                        <p:cond delay="indefinite"/>
                      </p:stCondLst>
                      <p:childTnLst>
                        <p:par>
                          <p:cTn id="234" fill="hold">
                            <p:stCondLst>
                              <p:cond delay="0"/>
                            </p:stCondLst>
                            <p:childTnLst>
                              <p:par>
                                <p:cTn id="235" nodeType="clickEffect" fill="hold" presetClass="entr" presetID="1">
                                  <p:stCondLst>
                                    <p:cond delay="0"/>
                                  </p:stCondLst>
                                  <p:childTnLst>
                                    <p:set>
                                      <p:cBhvr>
                                        <p:cTn id="236" dur="1" fill="hold">
                                          <p:stCondLst>
                                            <p:cond delay="0"/>
                                          </p:stCondLst>
                                        </p:cTn>
                                        <p:tgtEl>
                                          <p:spTgt spid="1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7" name="PlaceHolder 1"/>
          <p:cNvSpPr>
            <a:spLocks noGrp="1"/>
          </p:cNvSpPr>
          <p:nvPr>
            <p:ph type="title"/>
          </p:nvPr>
        </p:nvSpPr>
        <p:spPr>
          <a:xfrm>
            <a:off x="457200" y="274680"/>
            <a:ext cx="8227440" cy="1140840"/>
          </a:xfrm>
          <a:prstGeom prst="rect">
            <a:avLst/>
          </a:prstGeom>
          <a:noFill/>
          <a:ln w="0">
            <a:noFill/>
          </a:ln>
        </p:spPr>
        <p:txBody>
          <a:bodyPr lIns="90000" rIns="90000" tIns="45000" bIns="45000" anchor="ctr">
            <a:noAutofit/>
          </a:bodyPr>
          <a:p>
            <a:pPr indent="0" algn="ctr">
              <a:lnSpc>
                <a:spcPct val="100000"/>
              </a:lnSpc>
              <a:buNone/>
            </a:pPr>
            <a:r>
              <a:rPr b="1" lang="en-US" sz="4100" spc="-1" strike="noStrike">
                <a:solidFill>
                  <a:srgbClr val="0070c0"/>
                </a:solidFill>
                <a:latin typeface="Lucida Sans"/>
              </a:rPr>
              <a:t>Lecciones</a:t>
            </a:r>
            <a:endParaRPr b="0" lang="es-MX" sz="4100" spc="-1" strike="noStrike">
              <a:solidFill>
                <a:srgbClr val="000000"/>
              </a:solidFill>
              <a:latin typeface="Arial"/>
            </a:endParaRPr>
          </a:p>
        </p:txBody>
      </p:sp>
      <p:sp>
        <p:nvSpPr>
          <p:cNvPr id="1188" name="PlaceHolder 2"/>
          <p:cNvSpPr>
            <a:spLocks noGrp="1"/>
          </p:cNvSpPr>
          <p:nvPr>
            <p:ph/>
          </p:nvPr>
        </p:nvSpPr>
        <p:spPr>
          <a:xfrm>
            <a:off x="457200" y="1417680"/>
            <a:ext cx="8227440" cy="4706280"/>
          </a:xfrm>
          <a:prstGeom prst="rect">
            <a:avLst/>
          </a:prstGeom>
          <a:noFill/>
          <a:ln w="9360">
            <a:noFill/>
          </a:ln>
        </p:spPr>
        <p:txBody>
          <a:bodyPr numCol="1" spcCol="0" lIns="90000" rIns="90000" tIns="45000" bIns="45000" anchor="t">
            <a:noAutofit/>
          </a:bodyPr>
          <a:p>
            <a:pPr marL="547560" indent="-411120">
              <a:lnSpc>
                <a:spcPct val="100000"/>
              </a:lnSpc>
              <a:spcBef>
                <a:spcPts val="561"/>
              </a:spcBef>
              <a:buClr>
                <a:srgbClr val="2b2800"/>
              </a:buClr>
              <a:buSzPct val="65000"/>
              <a:buFont typeface="Wingdings 2" charset="2"/>
              <a:buChar char=""/>
            </a:pPr>
            <a:r>
              <a:rPr b="0" lang="en-US" sz="2400" spc="-1" strike="noStrike">
                <a:solidFill>
                  <a:srgbClr val="2c2900"/>
                </a:solidFill>
                <a:latin typeface="Book Antiqua"/>
              </a:rPr>
              <a:t>Es importante evaluar si nuestras predicciones son significativamente mejores que lo esperado por el azar.</a:t>
            </a:r>
            <a:endParaRPr b="0" lang="es-MX" sz="2400" spc="-1" strike="noStrike">
              <a:solidFill>
                <a:srgbClr val="000000"/>
              </a:solidFill>
              <a:latin typeface="Arial"/>
            </a:endParaRPr>
          </a:p>
          <a:p>
            <a:pPr marL="547560" indent="-411120">
              <a:lnSpc>
                <a:spcPct val="100000"/>
              </a:lnSpc>
              <a:spcBef>
                <a:spcPts val="561"/>
              </a:spcBef>
              <a:buClr>
                <a:srgbClr val="2b2800"/>
              </a:buClr>
              <a:buSzPct val="65000"/>
              <a:buFont typeface="Wingdings 2" charset="2"/>
              <a:buChar char=""/>
            </a:pPr>
            <a:r>
              <a:rPr b="0" lang="en-US" sz="2400" spc="-1" strike="noStrike">
                <a:solidFill>
                  <a:srgbClr val="2c2900"/>
                </a:solidFill>
                <a:latin typeface="Book Antiqua"/>
              </a:rPr>
              <a:t>Pero, es igualmente importante asegurarnos que el modelo tenga un buen desempeño en términos de lo que nos interesa predecir.</a:t>
            </a:r>
            <a:endParaRPr b="0" lang="es-MX" sz="2400" spc="-1" strike="noStrike">
              <a:solidFill>
                <a:srgbClr val="000000"/>
              </a:solidFill>
              <a:latin typeface="Arial"/>
            </a:endParaRPr>
          </a:p>
          <a:p>
            <a:pPr marL="547560" indent="-411120">
              <a:lnSpc>
                <a:spcPct val="100000"/>
              </a:lnSpc>
              <a:spcBef>
                <a:spcPts val="561"/>
              </a:spcBef>
              <a:buClr>
                <a:srgbClr val="2b2800"/>
              </a:buClr>
              <a:buSzPct val="65000"/>
              <a:buFont typeface="Wingdings 2" charset="2"/>
              <a:buChar char=""/>
            </a:pPr>
            <a:r>
              <a:rPr b="0" lang="en-US" sz="2400" spc="-1" strike="noStrike">
                <a:solidFill>
                  <a:srgbClr val="2c2900"/>
                </a:solidFill>
                <a:latin typeface="Book Antiqua"/>
              </a:rPr>
              <a:t>Entendiendo cómo funcionan las métricas y técnicas de evaluación uno puede pensar en usar varias que sean complementarias.</a:t>
            </a:r>
            <a:endParaRPr b="0" lang="es-MX" sz="2400" spc="-1" strike="noStrike">
              <a:solidFill>
                <a:srgbClr val="000000"/>
              </a:solidFill>
              <a:latin typeface="Arial"/>
            </a:endParaRPr>
          </a:p>
          <a:p>
            <a:pPr marL="547560" indent="-411120">
              <a:lnSpc>
                <a:spcPct val="100000"/>
              </a:lnSpc>
              <a:spcBef>
                <a:spcPts val="561"/>
              </a:spcBef>
              <a:buClr>
                <a:srgbClr val="2b2800"/>
              </a:buClr>
              <a:buSzPct val="65000"/>
              <a:buFont typeface="Wingdings 2" charset="2"/>
              <a:buChar char=""/>
            </a:pPr>
            <a:r>
              <a:rPr b="0" lang="en-US" sz="2400" spc="-1" strike="noStrike">
                <a:solidFill>
                  <a:srgbClr val="2c2900"/>
                </a:solidFill>
                <a:latin typeface="Book Antiqua"/>
              </a:rPr>
              <a:t>La evaluación se debe hacer con datos lo más independientes posibles. </a:t>
            </a:r>
            <a:endParaRPr b="0" lang="es-MX" sz="2400" spc="-1" strike="noStrike">
              <a:solidFill>
                <a:srgbClr val="000000"/>
              </a:solidFill>
              <a:latin typeface="Arial"/>
            </a:endParaRPr>
          </a:p>
        </p:txBody>
      </p:sp>
    </p:spTree>
  </p:cSld>
  <mc:AlternateContent>
    <mc:Choice Requires="p14">
      <p:transition p14:dur="300">
        <p:circle/>
      </p:transition>
    </mc:Choice>
    <mc:Fallback>
      <p:transition>
        <p:circl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7a610d"/>
      </a:dk2>
      <a:lt2>
        <a:srgbClr val="444d26"/>
      </a:lt2>
      <a:accent1>
        <a:srgbClr val="fffbd0"/>
      </a:accent1>
      <a:accent2>
        <a:srgbClr val="7a610d"/>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Kimono</Template>
  <TotalTime>37901</TotalTime>
  <Application>LibreOffice/24.2.7.2$Linux_X86_64 LibreOffice_project/420$Build-2</Application>
  <AppVersion>15.0000</AppVersion>
  <Words>1339</Words>
  <Paragraphs>201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2007-07-21T08:07:56Z</dcterms:created>
  <dc:creator>Carlos Alberto Yáñez Arenas</dc:creator>
  <dc:description/>
  <dc:language>es-MX</dc:language>
  <cp:lastModifiedBy>Gerardo Martín</cp:lastModifiedBy>
  <dcterms:modified xsi:type="dcterms:W3CDTF">2026-08-03T07:16:51Z</dcterms:modified>
  <cp:revision>2614</cp:revision>
  <dc:subject/>
  <dc:title>Fauna Silvestre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21</vt:i4>
  </property>
  <property fmtid="{D5CDD505-2E9C-101B-9397-08002B2CF9AE}" pid="3" name="PresentationFormat">
    <vt:lpwstr>Presentación en pantalla (4:3)</vt:lpwstr>
  </property>
  <property fmtid="{D5CDD505-2E9C-101B-9397-08002B2CF9AE}" pid="4" name="Slides">
    <vt:i4>88</vt:i4>
  </property>
</Properties>
</file>